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D0E"/>
    <a:srgbClr val="746100"/>
    <a:srgbClr val="FFD70D"/>
    <a:srgbClr val="FFE55D"/>
    <a:srgbClr val="FFFFFF"/>
    <a:srgbClr val="BACC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DD1575-694C-44DC-A5EA-6A642F0D5B4A}" v="383" dt="2025-01-26T03:07:17.9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 showGuides="1">
      <p:cViewPr>
        <p:scale>
          <a:sx n="370" d="100"/>
          <a:sy n="370" d="100"/>
        </p:scale>
        <p:origin x="5736" y="-118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ul Espinoza" userId="8b4f8c1dfa2d7319" providerId="LiveId" clId="{4BDD1575-694C-44DC-A5EA-6A642F0D5B4A}"/>
    <pc:docChg chg="undo custSel addSld delSld modSld">
      <pc:chgData name="Joul Espinoza" userId="8b4f8c1dfa2d7319" providerId="LiveId" clId="{4BDD1575-694C-44DC-A5EA-6A642F0D5B4A}" dt="2025-01-26T03:07:49.046" v="2182" actId="1076"/>
      <pc:docMkLst>
        <pc:docMk/>
      </pc:docMkLst>
      <pc:sldChg chg="del">
        <pc:chgData name="Joul Espinoza" userId="8b4f8c1dfa2d7319" providerId="LiveId" clId="{4BDD1575-694C-44DC-A5EA-6A642F0D5B4A}" dt="2025-01-25T20:27:20.505" v="426" actId="47"/>
        <pc:sldMkLst>
          <pc:docMk/>
          <pc:sldMk cId="248593567" sldId="256"/>
        </pc:sldMkLst>
      </pc:sldChg>
      <pc:sldChg chg="addSp delSp modSp new mod modClrScheme chgLayout">
        <pc:chgData name="Joul Espinoza" userId="8b4f8c1dfa2d7319" providerId="LiveId" clId="{4BDD1575-694C-44DC-A5EA-6A642F0D5B4A}" dt="2025-01-26T03:07:49.046" v="2182" actId="1076"/>
        <pc:sldMkLst>
          <pc:docMk/>
          <pc:sldMk cId="1763628168" sldId="257"/>
        </pc:sldMkLst>
        <pc:spChg chg="del">
          <ac:chgData name="Joul Espinoza" userId="8b4f8c1dfa2d7319" providerId="LiveId" clId="{4BDD1575-694C-44DC-A5EA-6A642F0D5B4A}" dt="2025-01-25T15:31:24.234" v="1" actId="700"/>
          <ac:spMkLst>
            <pc:docMk/>
            <pc:sldMk cId="1763628168" sldId="257"/>
            <ac:spMk id="2" creationId="{211C64ED-05BB-49FC-45AB-145490914A54}"/>
          </ac:spMkLst>
        </pc:spChg>
        <pc:spChg chg="add mod">
          <ac:chgData name="Joul Espinoza" userId="8b4f8c1dfa2d7319" providerId="LiveId" clId="{4BDD1575-694C-44DC-A5EA-6A642F0D5B4A}" dt="2025-01-25T20:26:07.429" v="412" actId="14100"/>
          <ac:spMkLst>
            <pc:docMk/>
            <pc:sldMk cId="1763628168" sldId="257"/>
            <ac:spMk id="2" creationId="{675E6609-6BA2-811D-9CDC-E5C2AC0524DD}"/>
          </ac:spMkLst>
        </pc:spChg>
        <pc:spChg chg="add mod">
          <ac:chgData name="Joul Espinoza" userId="8b4f8c1dfa2d7319" providerId="LiveId" clId="{4BDD1575-694C-44DC-A5EA-6A642F0D5B4A}" dt="2025-01-25T20:27:58.841" v="496" actId="1076"/>
          <ac:spMkLst>
            <pc:docMk/>
            <pc:sldMk cId="1763628168" sldId="257"/>
            <ac:spMk id="3" creationId="{57104A79-20C5-ECD2-2CF7-A17602544451}"/>
          </ac:spMkLst>
        </pc:spChg>
        <pc:spChg chg="del">
          <ac:chgData name="Joul Espinoza" userId="8b4f8c1dfa2d7319" providerId="LiveId" clId="{4BDD1575-694C-44DC-A5EA-6A642F0D5B4A}" dt="2025-01-25T15:31:24.234" v="1" actId="700"/>
          <ac:spMkLst>
            <pc:docMk/>
            <pc:sldMk cId="1763628168" sldId="257"/>
            <ac:spMk id="3" creationId="{69742241-4592-5FB7-93B1-C25E43EC512C}"/>
          </ac:spMkLst>
        </pc:spChg>
        <pc:spChg chg="add del mod ord">
          <ac:chgData name="Joul Espinoza" userId="8b4f8c1dfa2d7319" providerId="LiveId" clId="{4BDD1575-694C-44DC-A5EA-6A642F0D5B4A}" dt="2025-01-25T20:40:19.387" v="896" actId="166"/>
          <ac:spMkLst>
            <pc:docMk/>
            <pc:sldMk cId="1763628168" sldId="257"/>
            <ac:spMk id="4" creationId="{3635C891-EE32-0E65-3260-E6C72929CE94}"/>
          </ac:spMkLst>
        </pc:spChg>
        <pc:spChg chg="add del mod ord">
          <ac:chgData name="Joul Espinoza" userId="8b4f8c1dfa2d7319" providerId="LiveId" clId="{4BDD1575-694C-44DC-A5EA-6A642F0D5B4A}" dt="2025-01-25T15:38:19.072" v="39" actId="478"/>
          <ac:spMkLst>
            <pc:docMk/>
            <pc:sldMk cId="1763628168" sldId="257"/>
            <ac:spMk id="5" creationId="{2999976B-B945-1FB4-2898-EFD891FE96DE}"/>
          </ac:spMkLst>
        </pc:spChg>
        <pc:spChg chg="add mod">
          <ac:chgData name="Joul Espinoza" userId="8b4f8c1dfa2d7319" providerId="LiveId" clId="{4BDD1575-694C-44DC-A5EA-6A642F0D5B4A}" dt="2025-01-26T02:49:39.597" v="1552" actId="1035"/>
          <ac:spMkLst>
            <pc:docMk/>
            <pc:sldMk cId="1763628168" sldId="257"/>
            <ac:spMk id="6" creationId="{3C41C4FC-8876-3EBB-A993-2089976E4A1F}"/>
          </ac:spMkLst>
        </pc:spChg>
        <pc:spChg chg="add mod">
          <ac:chgData name="Joul Espinoza" userId="8b4f8c1dfa2d7319" providerId="LiveId" clId="{4BDD1575-694C-44DC-A5EA-6A642F0D5B4A}" dt="2025-01-25T20:37:50.912" v="725" actId="1035"/>
          <ac:spMkLst>
            <pc:docMk/>
            <pc:sldMk cId="1763628168" sldId="257"/>
            <ac:spMk id="7" creationId="{3C57282D-D9C4-72AD-F038-8CAA63CC9EF2}"/>
          </ac:spMkLst>
        </pc:spChg>
        <pc:spChg chg="add mod">
          <ac:chgData name="Joul Espinoza" userId="8b4f8c1dfa2d7319" providerId="LiveId" clId="{4BDD1575-694C-44DC-A5EA-6A642F0D5B4A}" dt="2025-01-25T20:38:19.536" v="730" actId="166"/>
          <ac:spMkLst>
            <pc:docMk/>
            <pc:sldMk cId="1763628168" sldId="257"/>
            <ac:spMk id="8" creationId="{E6154F55-BDD4-DA4F-3BA8-32FD516754FC}"/>
          </ac:spMkLst>
        </pc:spChg>
        <pc:spChg chg="add mod">
          <ac:chgData name="Joul Espinoza" userId="8b4f8c1dfa2d7319" providerId="LiveId" clId="{4BDD1575-694C-44DC-A5EA-6A642F0D5B4A}" dt="2025-01-25T20:38:19.536" v="730" actId="166"/>
          <ac:spMkLst>
            <pc:docMk/>
            <pc:sldMk cId="1763628168" sldId="257"/>
            <ac:spMk id="9" creationId="{331D78E9-B22A-CF96-ECE8-531AD973BD16}"/>
          </ac:spMkLst>
        </pc:spChg>
        <pc:spChg chg="add mod">
          <ac:chgData name="Joul Espinoza" userId="8b4f8c1dfa2d7319" providerId="LiveId" clId="{4BDD1575-694C-44DC-A5EA-6A642F0D5B4A}" dt="2025-01-25T20:38:19.536" v="730" actId="166"/>
          <ac:spMkLst>
            <pc:docMk/>
            <pc:sldMk cId="1763628168" sldId="257"/>
            <ac:spMk id="10" creationId="{D507F6C4-154F-A3ED-73A6-A7C6BE138561}"/>
          </ac:spMkLst>
        </pc:spChg>
        <pc:spChg chg="add del">
          <ac:chgData name="Joul Espinoza" userId="8b4f8c1dfa2d7319" providerId="LiveId" clId="{4BDD1575-694C-44DC-A5EA-6A642F0D5B4A}" dt="2025-01-25T15:41:39.529" v="69" actId="478"/>
          <ac:spMkLst>
            <pc:docMk/>
            <pc:sldMk cId="1763628168" sldId="257"/>
            <ac:spMk id="12" creationId="{00132079-F0D8-E23D-D971-8E188B90B9A0}"/>
          </ac:spMkLst>
        </pc:spChg>
        <pc:spChg chg="add mod">
          <ac:chgData name="Joul Espinoza" userId="8b4f8c1dfa2d7319" providerId="LiveId" clId="{4BDD1575-694C-44DC-A5EA-6A642F0D5B4A}" dt="2025-01-26T02:50:02.893" v="1569" actId="1035"/>
          <ac:spMkLst>
            <pc:docMk/>
            <pc:sldMk cId="1763628168" sldId="257"/>
            <ac:spMk id="12" creationId="{36838F62-F8D4-63BA-9CC6-5E059811246C}"/>
          </ac:spMkLst>
        </pc:spChg>
        <pc:spChg chg="add del mod">
          <ac:chgData name="Joul Espinoza" userId="8b4f8c1dfa2d7319" providerId="LiveId" clId="{4BDD1575-694C-44DC-A5EA-6A642F0D5B4A}" dt="2025-01-25T20:30:16.818" v="516" actId="478"/>
          <ac:spMkLst>
            <pc:docMk/>
            <pc:sldMk cId="1763628168" sldId="257"/>
            <ac:spMk id="12" creationId="{5A35B06E-1639-49A6-EC74-0A3F57328377}"/>
          </ac:spMkLst>
        </pc:spChg>
        <pc:spChg chg="add mod">
          <ac:chgData name="Joul Espinoza" userId="8b4f8c1dfa2d7319" providerId="LiveId" clId="{4BDD1575-694C-44DC-A5EA-6A642F0D5B4A}" dt="2025-01-25T15:50:44.043" v="258" actId="14100"/>
          <ac:spMkLst>
            <pc:docMk/>
            <pc:sldMk cId="1763628168" sldId="257"/>
            <ac:spMk id="13" creationId="{FF319C48-CC4A-A545-8267-B43BF2CF1312}"/>
          </ac:spMkLst>
        </pc:spChg>
        <pc:spChg chg="add mod">
          <ac:chgData name="Joul Espinoza" userId="8b4f8c1dfa2d7319" providerId="LiveId" clId="{4BDD1575-694C-44DC-A5EA-6A642F0D5B4A}" dt="2025-01-25T20:37:50.912" v="725" actId="1035"/>
          <ac:spMkLst>
            <pc:docMk/>
            <pc:sldMk cId="1763628168" sldId="257"/>
            <ac:spMk id="14" creationId="{B53FA595-5950-E4AD-4BF8-87AB102A3BBC}"/>
          </ac:spMkLst>
        </pc:spChg>
        <pc:spChg chg="add mod">
          <ac:chgData name="Joul Espinoza" userId="8b4f8c1dfa2d7319" providerId="LiveId" clId="{4BDD1575-694C-44DC-A5EA-6A642F0D5B4A}" dt="2025-01-25T20:37:50.912" v="725" actId="1035"/>
          <ac:spMkLst>
            <pc:docMk/>
            <pc:sldMk cId="1763628168" sldId="257"/>
            <ac:spMk id="16" creationId="{215028E4-0F1F-D39E-8743-F77C55309126}"/>
          </ac:spMkLst>
        </pc:spChg>
        <pc:spChg chg="add mod">
          <ac:chgData name="Joul Espinoza" userId="8b4f8c1dfa2d7319" providerId="LiveId" clId="{4BDD1575-694C-44DC-A5EA-6A642F0D5B4A}" dt="2025-01-25T20:37:50.912" v="725" actId="1035"/>
          <ac:spMkLst>
            <pc:docMk/>
            <pc:sldMk cId="1763628168" sldId="257"/>
            <ac:spMk id="17" creationId="{0B8F77EA-4ABB-BDCE-7829-3D01E1BDDAB3}"/>
          </ac:spMkLst>
        </pc:spChg>
        <pc:spChg chg="add mod">
          <ac:chgData name="Joul Espinoza" userId="8b4f8c1dfa2d7319" providerId="LiveId" clId="{4BDD1575-694C-44DC-A5EA-6A642F0D5B4A}" dt="2025-01-25T20:37:06.898" v="689" actId="1582"/>
          <ac:spMkLst>
            <pc:docMk/>
            <pc:sldMk cId="1763628168" sldId="257"/>
            <ac:spMk id="18" creationId="{9C1FDE65-38FC-0E41-CCA1-E2D73848E7B3}"/>
          </ac:spMkLst>
        </pc:spChg>
        <pc:spChg chg="add mod">
          <ac:chgData name="Joul Espinoza" userId="8b4f8c1dfa2d7319" providerId="LiveId" clId="{4BDD1575-694C-44DC-A5EA-6A642F0D5B4A}" dt="2025-01-25T15:52:28.251" v="391" actId="14100"/>
          <ac:spMkLst>
            <pc:docMk/>
            <pc:sldMk cId="1763628168" sldId="257"/>
            <ac:spMk id="19" creationId="{80B3E331-5E64-8646-9789-610B33A88C9D}"/>
          </ac:spMkLst>
        </pc:spChg>
        <pc:spChg chg="add mod">
          <ac:chgData name="Joul Espinoza" userId="8b4f8c1dfa2d7319" providerId="LiveId" clId="{4BDD1575-694C-44DC-A5EA-6A642F0D5B4A}" dt="2025-01-25T20:37:57.070" v="727" actId="1076"/>
          <ac:spMkLst>
            <pc:docMk/>
            <pc:sldMk cId="1763628168" sldId="257"/>
            <ac:spMk id="22" creationId="{0B6BCAE4-CB07-267F-E32E-120AF6059AE6}"/>
          </ac:spMkLst>
        </pc:spChg>
        <pc:spChg chg="add mod">
          <ac:chgData name="Joul Espinoza" userId="8b4f8c1dfa2d7319" providerId="LiveId" clId="{4BDD1575-694C-44DC-A5EA-6A642F0D5B4A}" dt="2025-01-25T20:37:57.070" v="727" actId="1076"/>
          <ac:spMkLst>
            <pc:docMk/>
            <pc:sldMk cId="1763628168" sldId="257"/>
            <ac:spMk id="24" creationId="{B3CAB5B2-D04A-C772-648F-2719520B9970}"/>
          </ac:spMkLst>
        </pc:spChg>
        <pc:spChg chg="add mod">
          <ac:chgData name="Joul Espinoza" userId="8b4f8c1dfa2d7319" providerId="LiveId" clId="{4BDD1575-694C-44DC-A5EA-6A642F0D5B4A}" dt="2025-01-25T20:37:57.070" v="727" actId="1076"/>
          <ac:spMkLst>
            <pc:docMk/>
            <pc:sldMk cId="1763628168" sldId="257"/>
            <ac:spMk id="25" creationId="{10D7A216-0650-BF25-A7DE-C63B99C33D02}"/>
          </ac:spMkLst>
        </pc:spChg>
        <pc:spChg chg="add mod">
          <ac:chgData name="Joul Espinoza" userId="8b4f8c1dfa2d7319" providerId="LiveId" clId="{4BDD1575-694C-44DC-A5EA-6A642F0D5B4A}" dt="2025-01-25T20:37:57.070" v="727" actId="1076"/>
          <ac:spMkLst>
            <pc:docMk/>
            <pc:sldMk cId="1763628168" sldId="257"/>
            <ac:spMk id="26" creationId="{D3E05E7C-80A3-5006-D35B-C1C68700E0FA}"/>
          </ac:spMkLst>
        </pc:spChg>
        <pc:spChg chg="add mod">
          <ac:chgData name="Joul Espinoza" userId="8b4f8c1dfa2d7319" providerId="LiveId" clId="{4BDD1575-694C-44DC-A5EA-6A642F0D5B4A}" dt="2025-01-25T20:38:11.392" v="729" actId="1076"/>
          <ac:spMkLst>
            <pc:docMk/>
            <pc:sldMk cId="1763628168" sldId="257"/>
            <ac:spMk id="28" creationId="{A8465781-F31B-AFEF-C39F-61E0C13E826D}"/>
          </ac:spMkLst>
        </pc:spChg>
        <pc:spChg chg="add mod">
          <ac:chgData name="Joul Espinoza" userId="8b4f8c1dfa2d7319" providerId="LiveId" clId="{4BDD1575-694C-44DC-A5EA-6A642F0D5B4A}" dt="2025-01-25T20:38:11.392" v="729" actId="1076"/>
          <ac:spMkLst>
            <pc:docMk/>
            <pc:sldMk cId="1763628168" sldId="257"/>
            <ac:spMk id="30" creationId="{3E340C39-71F3-EC07-74E7-788FAA3CF1CC}"/>
          </ac:spMkLst>
        </pc:spChg>
        <pc:spChg chg="add mod">
          <ac:chgData name="Joul Espinoza" userId="8b4f8c1dfa2d7319" providerId="LiveId" clId="{4BDD1575-694C-44DC-A5EA-6A642F0D5B4A}" dt="2025-01-25T20:38:11.392" v="729" actId="1076"/>
          <ac:spMkLst>
            <pc:docMk/>
            <pc:sldMk cId="1763628168" sldId="257"/>
            <ac:spMk id="31" creationId="{7D06156C-A27C-7F5E-ED06-B2E0F7313FDB}"/>
          </ac:spMkLst>
        </pc:spChg>
        <pc:spChg chg="add mod">
          <ac:chgData name="Joul Espinoza" userId="8b4f8c1dfa2d7319" providerId="LiveId" clId="{4BDD1575-694C-44DC-A5EA-6A642F0D5B4A}" dt="2025-01-25T20:38:11.392" v="729" actId="1076"/>
          <ac:spMkLst>
            <pc:docMk/>
            <pc:sldMk cId="1763628168" sldId="257"/>
            <ac:spMk id="32" creationId="{1263B1F0-CCD1-F17F-DBDA-D2FD7817B1A2}"/>
          </ac:spMkLst>
        </pc:spChg>
        <pc:spChg chg="add mod ord">
          <ac:chgData name="Joul Espinoza" userId="8b4f8c1dfa2d7319" providerId="LiveId" clId="{4BDD1575-694C-44DC-A5EA-6A642F0D5B4A}" dt="2025-01-25T20:40:14.320" v="895" actId="171"/>
          <ac:spMkLst>
            <pc:docMk/>
            <pc:sldMk cId="1763628168" sldId="257"/>
            <ac:spMk id="34" creationId="{52DE0DC6-9081-DBF8-D2FA-96A5AE5C5C26}"/>
          </ac:spMkLst>
        </pc:spChg>
        <pc:spChg chg="add mod">
          <ac:chgData name="Joul Espinoza" userId="8b4f8c1dfa2d7319" providerId="LiveId" clId="{4BDD1575-694C-44DC-A5EA-6A642F0D5B4A}" dt="2025-01-26T02:50:37.479" v="1590" actId="1035"/>
          <ac:spMkLst>
            <pc:docMk/>
            <pc:sldMk cId="1763628168" sldId="257"/>
            <ac:spMk id="36" creationId="{005FC1BB-DBE4-6242-3354-F6626A7A59C0}"/>
          </ac:spMkLst>
        </pc:spChg>
        <pc:spChg chg="add del mod">
          <ac:chgData name="Joul Espinoza" userId="8b4f8c1dfa2d7319" providerId="LiveId" clId="{4BDD1575-694C-44DC-A5EA-6A642F0D5B4A}" dt="2025-01-26T02:51:08.588" v="1595" actId="478"/>
          <ac:spMkLst>
            <pc:docMk/>
            <pc:sldMk cId="1763628168" sldId="257"/>
            <ac:spMk id="37" creationId="{752601DE-8DA6-3654-8343-A0435A359449}"/>
          </ac:spMkLst>
        </pc:spChg>
        <pc:spChg chg="add mod">
          <ac:chgData name="Joul Espinoza" userId="8b4f8c1dfa2d7319" providerId="LiveId" clId="{4BDD1575-694C-44DC-A5EA-6A642F0D5B4A}" dt="2025-01-26T02:51:45.328" v="1607" actId="403"/>
          <ac:spMkLst>
            <pc:docMk/>
            <pc:sldMk cId="1763628168" sldId="257"/>
            <ac:spMk id="38" creationId="{438E8FF0-9311-7871-44CC-F5E33C4FC3D3}"/>
          </ac:spMkLst>
        </pc:spChg>
        <pc:spChg chg="add mod">
          <ac:chgData name="Joul Espinoza" userId="8b4f8c1dfa2d7319" providerId="LiveId" clId="{4BDD1575-694C-44DC-A5EA-6A642F0D5B4A}" dt="2025-01-25T20:41:22.991" v="902" actId="1076"/>
          <ac:spMkLst>
            <pc:docMk/>
            <pc:sldMk cId="1763628168" sldId="257"/>
            <ac:spMk id="41" creationId="{1AD8245D-B6D8-7672-63FE-79A1E5B1EAE7}"/>
          </ac:spMkLst>
        </pc:spChg>
        <pc:spChg chg="add mod">
          <ac:chgData name="Joul Espinoza" userId="8b4f8c1dfa2d7319" providerId="LiveId" clId="{4BDD1575-694C-44DC-A5EA-6A642F0D5B4A}" dt="2025-01-25T20:41:22.991" v="902" actId="1076"/>
          <ac:spMkLst>
            <pc:docMk/>
            <pc:sldMk cId="1763628168" sldId="257"/>
            <ac:spMk id="43" creationId="{C9A9A48E-787C-B6A9-109D-4DF381C0A5D6}"/>
          </ac:spMkLst>
        </pc:spChg>
        <pc:spChg chg="add mod">
          <ac:chgData name="Joul Espinoza" userId="8b4f8c1dfa2d7319" providerId="LiveId" clId="{4BDD1575-694C-44DC-A5EA-6A642F0D5B4A}" dt="2025-01-25T20:41:22.991" v="902" actId="1076"/>
          <ac:spMkLst>
            <pc:docMk/>
            <pc:sldMk cId="1763628168" sldId="257"/>
            <ac:spMk id="44" creationId="{23EC32DE-025D-768C-B9A4-4946B013D96B}"/>
          </ac:spMkLst>
        </pc:spChg>
        <pc:spChg chg="add mod">
          <ac:chgData name="Joul Espinoza" userId="8b4f8c1dfa2d7319" providerId="LiveId" clId="{4BDD1575-694C-44DC-A5EA-6A642F0D5B4A}" dt="2025-01-25T20:41:22.991" v="902" actId="1076"/>
          <ac:spMkLst>
            <pc:docMk/>
            <pc:sldMk cId="1763628168" sldId="257"/>
            <ac:spMk id="47" creationId="{F0EC8ABC-37B1-8B54-2F74-8374C0524BC0}"/>
          </ac:spMkLst>
        </pc:spChg>
        <pc:spChg chg="add mod">
          <ac:chgData name="Joul Espinoza" userId="8b4f8c1dfa2d7319" providerId="LiveId" clId="{4BDD1575-694C-44DC-A5EA-6A642F0D5B4A}" dt="2025-01-25T20:49:47.118" v="1101" actId="1035"/>
          <ac:spMkLst>
            <pc:docMk/>
            <pc:sldMk cId="1763628168" sldId="257"/>
            <ac:spMk id="51" creationId="{CC05C8BF-7977-3DD7-82A0-C4F00E183605}"/>
          </ac:spMkLst>
        </pc:spChg>
        <pc:spChg chg="add mod">
          <ac:chgData name="Joul Espinoza" userId="8b4f8c1dfa2d7319" providerId="LiveId" clId="{4BDD1575-694C-44DC-A5EA-6A642F0D5B4A}" dt="2025-01-25T20:41:22.991" v="902" actId="1076"/>
          <ac:spMkLst>
            <pc:docMk/>
            <pc:sldMk cId="1763628168" sldId="257"/>
            <ac:spMk id="52" creationId="{EB27F33E-B062-8F07-5596-F3D06141DC32}"/>
          </ac:spMkLst>
        </pc:spChg>
        <pc:spChg chg="add mod">
          <ac:chgData name="Joul Espinoza" userId="8b4f8c1dfa2d7319" providerId="LiveId" clId="{4BDD1575-694C-44DC-A5EA-6A642F0D5B4A}" dt="2025-01-25T20:41:22.991" v="902" actId="1076"/>
          <ac:spMkLst>
            <pc:docMk/>
            <pc:sldMk cId="1763628168" sldId="257"/>
            <ac:spMk id="53" creationId="{A42D8C86-7DB4-E329-AE1F-7A1832A12121}"/>
          </ac:spMkLst>
        </pc:spChg>
        <pc:spChg chg="add mod">
          <ac:chgData name="Joul Espinoza" userId="8b4f8c1dfa2d7319" providerId="LiveId" clId="{4BDD1575-694C-44DC-A5EA-6A642F0D5B4A}" dt="2025-01-25T20:41:22.991" v="902" actId="1076"/>
          <ac:spMkLst>
            <pc:docMk/>
            <pc:sldMk cId="1763628168" sldId="257"/>
            <ac:spMk id="62" creationId="{0F9BD5A5-2B2C-1616-E23B-5DA84F5AFB72}"/>
          </ac:spMkLst>
        </pc:spChg>
        <pc:spChg chg="add mod">
          <ac:chgData name="Joul Espinoza" userId="8b4f8c1dfa2d7319" providerId="LiveId" clId="{4BDD1575-694C-44DC-A5EA-6A642F0D5B4A}" dt="2025-01-25T20:41:22.991" v="902" actId="1076"/>
          <ac:spMkLst>
            <pc:docMk/>
            <pc:sldMk cId="1763628168" sldId="257"/>
            <ac:spMk id="63" creationId="{710ECF10-4996-79EE-8C7C-E4900A5B54D4}"/>
          </ac:spMkLst>
        </pc:spChg>
        <pc:spChg chg="add mod ord">
          <ac:chgData name="Joul Espinoza" userId="8b4f8c1dfa2d7319" providerId="LiveId" clId="{4BDD1575-694C-44DC-A5EA-6A642F0D5B4A}" dt="2025-01-25T20:41:47.515" v="911" actId="207"/>
          <ac:spMkLst>
            <pc:docMk/>
            <pc:sldMk cId="1763628168" sldId="257"/>
            <ac:spMk id="1031" creationId="{EC987DBA-D47D-E24E-06B8-3FBA123D95C0}"/>
          </ac:spMkLst>
        </pc:spChg>
        <pc:spChg chg="add del mod">
          <ac:chgData name="Joul Espinoza" userId="8b4f8c1dfa2d7319" providerId="LiveId" clId="{4BDD1575-694C-44DC-A5EA-6A642F0D5B4A}" dt="2025-01-25T20:41:33.785" v="906" actId="478"/>
          <ac:spMkLst>
            <pc:docMk/>
            <pc:sldMk cId="1763628168" sldId="257"/>
            <ac:spMk id="1033" creationId="{D1F106D9-EDE1-2CAF-9D92-7FB91A4DFB76}"/>
          </ac:spMkLst>
        </pc:spChg>
        <pc:spChg chg="add mod">
          <ac:chgData name="Joul Espinoza" userId="8b4f8c1dfa2d7319" providerId="LiveId" clId="{4BDD1575-694C-44DC-A5EA-6A642F0D5B4A}" dt="2025-01-25T20:42:38.907" v="921" actId="208"/>
          <ac:spMkLst>
            <pc:docMk/>
            <pc:sldMk cId="1763628168" sldId="257"/>
            <ac:spMk id="1034" creationId="{302B032B-720B-B075-C4E2-B376DE70BD3D}"/>
          </ac:spMkLst>
        </pc:spChg>
        <pc:spChg chg="add mod">
          <ac:chgData name="Joul Espinoza" userId="8b4f8c1dfa2d7319" providerId="LiveId" clId="{4BDD1575-694C-44DC-A5EA-6A642F0D5B4A}" dt="2025-01-25T20:46:07.138" v="949" actId="1036"/>
          <ac:spMkLst>
            <pc:docMk/>
            <pc:sldMk cId="1763628168" sldId="257"/>
            <ac:spMk id="1035" creationId="{B90BEEFD-C9C3-A0D6-0782-DC93364FA426}"/>
          </ac:spMkLst>
        </pc:spChg>
        <pc:spChg chg="add mod">
          <ac:chgData name="Joul Espinoza" userId="8b4f8c1dfa2d7319" providerId="LiveId" clId="{4BDD1575-694C-44DC-A5EA-6A642F0D5B4A}" dt="2025-01-25T20:49:40.481" v="1089" actId="14100"/>
          <ac:spMkLst>
            <pc:docMk/>
            <pc:sldMk cId="1763628168" sldId="257"/>
            <ac:spMk id="1037" creationId="{1371B09A-121C-113A-C1DF-B22FC7A0F84B}"/>
          </ac:spMkLst>
        </pc:spChg>
        <pc:spChg chg="add mod">
          <ac:chgData name="Joul Espinoza" userId="8b4f8c1dfa2d7319" providerId="LiveId" clId="{4BDD1575-694C-44DC-A5EA-6A642F0D5B4A}" dt="2025-01-25T20:49:40.481" v="1089" actId="14100"/>
          <ac:spMkLst>
            <pc:docMk/>
            <pc:sldMk cId="1763628168" sldId="257"/>
            <ac:spMk id="1038" creationId="{99A1F1BE-867C-EFE2-526C-A96AE494191F}"/>
          </ac:spMkLst>
        </pc:spChg>
        <pc:spChg chg="add mod">
          <ac:chgData name="Joul Espinoza" userId="8b4f8c1dfa2d7319" providerId="LiveId" clId="{4BDD1575-694C-44DC-A5EA-6A642F0D5B4A}" dt="2025-01-25T20:49:47.118" v="1101" actId="1035"/>
          <ac:spMkLst>
            <pc:docMk/>
            <pc:sldMk cId="1763628168" sldId="257"/>
            <ac:spMk id="1039" creationId="{FD281576-7C05-5221-E070-8A1F1595BDEA}"/>
          </ac:spMkLst>
        </pc:spChg>
        <pc:spChg chg="add mod">
          <ac:chgData name="Joul Espinoza" userId="8b4f8c1dfa2d7319" providerId="LiveId" clId="{4BDD1575-694C-44DC-A5EA-6A642F0D5B4A}" dt="2025-01-25T20:49:47.118" v="1101" actId="1035"/>
          <ac:spMkLst>
            <pc:docMk/>
            <pc:sldMk cId="1763628168" sldId="257"/>
            <ac:spMk id="1041" creationId="{1A355007-FB95-D0A7-B5F8-16D29C3834C1}"/>
          </ac:spMkLst>
        </pc:spChg>
        <pc:spChg chg="add mod">
          <ac:chgData name="Joul Espinoza" userId="8b4f8c1dfa2d7319" providerId="LiveId" clId="{4BDD1575-694C-44DC-A5EA-6A642F0D5B4A}" dt="2025-01-25T20:49:24.084" v="1088" actId="20577"/>
          <ac:spMkLst>
            <pc:docMk/>
            <pc:sldMk cId="1763628168" sldId="257"/>
            <ac:spMk id="1045" creationId="{6FF27CE6-ACE6-2FE5-0F99-4EEB1C878A55}"/>
          </ac:spMkLst>
        </pc:spChg>
        <pc:spChg chg="add mod">
          <ac:chgData name="Joul Espinoza" userId="8b4f8c1dfa2d7319" providerId="LiveId" clId="{4BDD1575-694C-44DC-A5EA-6A642F0D5B4A}" dt="2025-01-25T20:51:39.241" v="1138" actId="1076"/>
          <ac:spMkLst>
            <pc:docMk/>
            <pc:sldMk cId="1763628168" sldId="257"/>
            <ac:spMk id="1046" creationId="{9529058E-3EC3-C7B7-BC79-06A3E6AD97B7}"/>
          </ac:spMkLst>
        </pc:spChg>
        <pc:spChg chg="add mod">
          <ac:chgData name="Joul Espinoza" userId="8b4f8c1dfa2d7319" providerId="LiveId" clId="{4BDD1575-694C-44DC-A5EA-6A642F0D5B4A}" dt="2025-01-25T20:51:28.651" v="1134" actId="1035"/>
          <ac:spMkLst>
            <pc:docMk/>
            <pc:sldMk cId="1763628168" sldId="257"/>
            <ac:spMk id="1047" creationId="{DC85DE85-DCC8-2E30-4B7B-EF61DB7EB9C5}"/>
          </ac:spMkLst>
        </pc:spChg>
        <pc:spChg chg="add mod">
          <ac:chgData name="Joul Espinoza" userId="8b4f8c1dfa2d7319" providerId="LiveId" clId="{4BDD1575-694C-44DC-A5EA-6A642F0D5B4A}" dt="2025-01-25T20:51:45.128" v="1140" actId="1076"/>
          <ac:spMkLst>
            <pc:docMk/>
            <pc:sldMk cId="1763628168" sldId="257"/>
            <ac:spMk id="1048" creationId="{E6F358F0-D15D-A9EC-127A-7F4EA2439352}"/>
          </ac:spMkLst>
        </pc:spChg>
        <pc:spChg chg="add mod">
          <ac:chgData name="Joul Espinoza" userId="8b4f8c1dfa2d7319" providerId="LiveId" clId="{4BDD1575-694C-44DC-A5EA-6A642F0D5B4A}" dt="2025-01-25T20:51:51.414" v="1142" actId="1076"/>
          <ac:spMkLst>
            <pc:docMk/>
            <pc:sldMk cId="1763628168" sldId="257"/>
            <ac:spMk id="1049" creationId="{D36A644A-E5CD-1879-145A-AB312A99B6D8}"/>
          </ac:spMkLst>
        </pc:spChg>
        <pc:spChg chg="add mod">
          <ac:chgData name="Joul Espinoza" userId="8b4f8c1dfa2d7319" providerId="LiveId" clId="{4BDD1575-694C-44DC-A5EA-6A642F0D5B4A}" dt="2025-01-25T20:52:16.607" v="1147" actId="1076"/>
          <ac:spMkLst>
            <pc:docMk/>
            <pc:sldMk cId="1763628168" sldId="257"/>
            <ac:spMk id="1050" creationId="{95DF7C52-E855-EFD3-933C-F9F9C72A8894}"/>
          </ac:spMkLst>
        </pc:spChg>
        <pc:spChg chg="add mod">
          <ac:chgData name="Joul Espinoza" userId="8b4f8c1dfa2d7319" providerId="LiveId" clId="{4BDD1575-694C-44DC-A5EA-6A642F0D5B4A}" dt="2025-01-25T20:54:20.400" v="1388" actId="14100"/>
          <ac:spMkLst>
            <pc:docMk/>
            <pc:sldMk cId="1763628168" sldId="257"/>
            <ac:spMk id="1052" creationId="{84682C6E-A947-DDF6-8C2F-67C621F372A6}"/>
          </ac:spMkLst>
        </pc:spChg>
        <pc:spChg chg="add mod">
          <ac:chgData name="Joul Espinoza" userId="8b4f8c1dfa2d7319" providerId="LiveId" clId="{4BDD1575-694C-44DC-A5EA-6A642F0D5B4A}" dt="2025-01-26T02:53:26.156" v="1634" actId="20577"/>
          <ac:spMkLst>
            <pc:docMk/>
            <pc:sldMk cId="1763628168" sldId="257"/>
            <ac:spMk id="1054" creationId="{DDE4036C-96CF-13D1-7A7C-447AF206A8BB}"/>
          </ac:spMkLst>
        </pc:spChg>
        <pc:spChg chg="add del mod">
          <ac:chgData name="Joul Espinoza" userId="8b4f8c1dfa2d7319" providerId="LiveId" clId="{4BDD1575-694C-44DC-A5EA-6A642F0D5B4A}" dt="2025-01-26T02:53:45.683" v="1638" actId="478"/>
          <ac:spMkLst>
            <pc:docMk/>
            <pc:sldMk cId="1763628168" sldId="257"/>
            <ac:spMk id="1055" creationId="{E723058C-2424-23FF-5440-C80A35D0451C}"/>
          </ac:spMkLst>
        </pc:spChg>
        <pc:spChg chg="add mod">
          <ac:chgData name="Joul Espinoza" userId="8b4f8c1dfa2d7319" providerId="LiveId" clId="{4BDD1575-694C-44DC-A5EA-6A642F0D5B4A}" dt="2025-01-25T20:56:08.362" v="1401" actId="1076"/>
          <ac:spMkLst>
            <pc:docMk/>
            <pc:sldMk cId="1763628168" sldId="257"/>
            <ac:spMk id="1056" creationId="{2F6ED685-7801-5F2C-7BE3-18300D2FF107}"/>
          </ac:spMkLst>
        </pc:spChg>
        <pc:spChg chg="add mod">
          <ac:chgData name="Joul Espinoza" userId="8b4f8c1dfa2d7319" providerId="LiveId" clId="{4BDD1575-694C-44DC-A5EA-6A642F0D5B4A}" dt="2025-01-26T02:54:47.059" v="1675" actId="20577"/>
          <ac:spMkLst>
            <pc:docMk/>
            <pc:sldMk cId="1763628168" sldId="257"/>
            <ac:spMk id="1057" creationId="{D803A238-D5C5-A9FF-EBAE-AA4CBF52F0B6}"/>
          </ac:spMkLst>
        </pc:spChg>
        <pc:spChg chg="add mod">
          <ac:chgData name="Joul Espinoza" userId="8b4f8c1dfa2d7319" providerId="LiveId" clId="{4BDD1575-694C-44DC-A5EA-6A642F0D5B4A}" dt="2025-01-26T02:54:43.405" v="1669" actId="404"/>
          <ac:spMkLst>
            <pc:docMk/>
            <pc:sldMk cId="1763628168" sldId="257"/>
            <ac:spMk id="1058" creationId="{349B4544-4D0E-4EB8-F4AD-5276FCB6BF51}"/>
          </ac:spMkLst>
        </pc:spChg>
        <pc:spChg chg="add mod">
          <ac:chgData name="Joul Espinoza" userId="8b4f8c1dfa2d7319" providerId="LiveId" clId="{4BDD1575-694C-44DC-A5EA-6A642F0D5B4A}" dt="2025-01-25T20:59:37.961" v="1406" actId="1076"/>
          <ac:spMkLst>
            <pc:docMk/>
            <pc:sldMk cId="1763628168" sldId="257"/>
            <ac:spMk id="1058" creationId="{A6412289-8B02-4BB7-35B3-BB476DC3FDAB}"/>
          </ac:spMkLst>
        </pc:spChg>
        <pc:spChg chg="add del">
          <ac:chgData name="Joul Espinoza" userId="8b4f8c1dfa2d7319" providerId="LiveId" clId="{4BDD1575-694C-44DC-A5EA-6A642F0D5B4A}" dt="2025-01-26T02:58:00.355" v="1706" actId="478"/>
          <ac:spMkLst>
            <pc:docMk/>
            <pc:sldMk cId="1763628168" sldId="257"/>
            <ac:spMk id="1060" creationId="{BF1C6BF9-A256-C5B8-A396-DB60FF077E6A}"/>
          </ac:spMkLst>
        </pc:spChg>
        <pc:spChg chg="add del">
          <ac:chgData name="Joul Espinoza" userId="8b4f8c1dfa2d7319" providerId="LiveId" clId="{4BDD1575-694C-44DC-A5EA-6A642F0D5B4A}" dt="2025-01-26T02:58:07.986" v="1708" actId="478"/>
          <ac:spMkLst>
            <pc:docMk/>
            <pc:sldMk cId="1763628168" sldId="257"/>
            <ac:spMk id="1061" creationId="{B01ED05F-E2DC-2FD9-F854-53218E607BFB}"/>
          </ac:spMkLst>
        </pc:spChg>
        <pc:spChg chg="add del">
          <ac:chgData name="Joul Espinoza" userId="8b4f8c1dfa2d7319" providerId="LiveId" clId="{4BDD1575-694C-44DC-A5EA-6A642F0D5B4A}" dt="2025-01-26T02:58:13.819" v="1710" actId="478"/>
          <ac:spMkLst>
            <pc:docMk/>
            <pc:sldMk cId="1763628168" sldId="257"/>
            <ac:spMk id="1062" creationId="{5C4F1101-D9A9-FBC0-0694-B38C3F3FCC49}"/>
          </ac:spMkLst>
        </pc:spChg>
        <pc:spChg chg="add del">
          <ac:chgData name="Joul Espinoza" userId="8b4f8c1dfa2d7319" providerId="LiveId" clId="{4BDD1575-694C-44DC-A5EA-6A642F0D5B4A}" dt="2025-01-26T02:58:34.545" v="1712" actId="478"/>
          <ac:spMkLst>
            <pc:docMk/>
            <pc:sldMk cId="1763628168" sldId="257"/>
            <ac:spMk id="1063" creationId="{ACC673EF-46C0-6122-DDB4-691ABC05417E}"/>
          </ac:spMkLst>
        </pc:spChg>
        <pc:spChg chg="add del">
          <ac:chgData name="Joul Espinoza" userId="8b4f8c1dfa2d7319" providerId="LiveId" clId="{4BDD1575-694C-44DC-A5EA-6A642F0D5B4A}" dt="2025-01-26T02:58:43.891" v="1714" actId="478"/>
          <ac:spMkLst>
            <pc:docMk/>
            <pc:sldMk cId="1763628168" sldId="257"/>
            <ac:spMk id="1064" creationId="{786D076C-BE8D-BDB4-19DB-C33DB984262E}"/>
          </ac:spMkLst>
        </pc:spChg>
        <pc:spChg chg="add mod">
          <ac:chgData name="Joul Espinoza" userId="8b4f8c1dfa2d7319" providerId="LiveId" clId="{4BDD1575-694C-44DC-A5EA-6A642F0D5B4A}" dt="2025-01-25T20:59:37.961" v="1406" actId="1076"/>
          <ac:spMkLst>
            <pc:docMk/>
            <pc:sldMk cId="1763628168" sldId="257"/>
            <ac:spMk id="1066" creationId="{C57FA6F0-77D6-5FB2-9CA0-579C4AC5FACD}"/>
          </ac:spMkLst>
        </pc:spChg>
        <pc:spChg chg="add mod">
          <ac:chgData name="Joul Espinoza" userId="8b4f8c1dfa2d7319" providerId="LiveId" clId="{4BDD1575-694C-44DC-A5EA-6A642F0D5B4A}" dt="2025-01-26T03:01:20.621" v="1787" actId="1036"/>
          <ac:spMkLst>
            <pc:docMk/>
            <pc:sldMk cId="1763628168" sldId="257"/>
            <ac:spMk id="1067" creationId="{6826E033-CE09-4304-FCD0-E9F2CD781050}"/>
          </ac:spMkLst>
        </pc:spChg>
        <pc:spChg chg="add mod">
          <ac:chgData name="Joul Espinoza" userId="8b4f8c1dfa2d7319" providerId="LiveId" clId="{4BDD1575-694C-44DC-A5EA-6A642F0D5B4A}" dt="2025-01-26T03:01:20.621" v="1787" actId="1036"/>
          <ac:spMkLst>
            <pc:docMk/>
            <pc:sldMk cId="1763628168" sldId="257"/>
            <ac:spMk id="1068" creationId="{BC9EC747-18B8-3E29-1C99-110492179716}"/>
          </ac:spMkLst>
        </pc:spChg>
        <pc:spChg chg="add mod">
          <ac:chgData name="Joul Espinoza" userId="8b4f8c1dfa2d7319" providerId="LiveId" clId="{4BDD1575-694C-44DC-A5EA-6A642F0D5B4A}" dt="2025-01-26T03:01:20.621" v="1787" actId="1036"/>
          <ac:spMkLst>
            <pc:docMk/>
            <pc:sldMk cId="1763628168" sldId="257"/>
            <ac:spMk id="1069" creationId="{EB76A209-17DD-162D-5083-A246D2F3826E}"/>
          </ac:spMkLst>
        </pc:spChg>
        <pc:spChg chg="add mod">
          <ac:chgData name="Joul Espinoza" userId="8b4f8c1dfa2d7319" providerId="LiveId" clId="{4BDD1575-694C-44DC-A5EA-6A642F0D5B4A}" dt="2025-01-26T03:01:20.621" v="1787" actId="1036"/>
          <ac:spMkLst>
            <pc:docMk/>
            <pc:sldMk cId="1763628168" sldId="257"/>
            <ac:spMk id="1070" creationId="{2FE18C1C-DA5A-CC16-0F29-DFBF19BC69B2}"/>
          </ac:spMkLst>
        </pc:spChg>
        <pc:spChg chg="add mod">
          <ac:chgData name="Joul Espinoza" userId="8b4f8c1dfa2d7319" providerId="LiveId" clId="{4BDD1575-694C-44DC-A5EA-6A642F0D5B4A}" dt="2025-01-25T20:59:37.961" v="1406" actId="1076"/>
          <ac:spMkLst>
            <pc:docMk/>
            <pc:sldMk cId="1763628168" sldId="257"/>
            <ac:spMk id="1071" creationId="{D4BCFFF4-B911-F03B-E996-D78238BB7F29}"/>
          </ac:spMkLst>
        </pc:spChg>
        <pc:spChg chg="add mod">
          <ac:chgData name="Joul Espinoza" userId="8b4f8c1dfa2d7319" providerId="LiveId" clId="{4BDD1575-694C-44DC-A5EA-6A642F0D5B4A}" dt="2025-01-26T03:01:54.226" v="1812" actId="404"/>
          <ac:spMkLst>
            <pc:docMk/>
            <pc:sldMk cId="1763628168" sldId="257"/>
            <ac:spMk id="1071" creationId="{DE956117-0AE2-4CAB-FF42-86D4C739D0F1}"/>
          </ac:spMkLst>
        </pc:spChg>
        <pc:spChg chg="add mod">
          <ac:chgData name="Joul Espinoza" userId="8b4f8c1dfa2d7319" providerId="LiveId" clId="{4BDD1575-694C-44DC-A5EA-6A642F0D5B4A}" dt="2025-01-26T03:01:20.621" v="1787" actId="1036"/>
          <ac:spMkLst>
            <pc:docMk/>
            <pc:sldMk cId="1763628168" sldId="257"/>
            <ac:spMk id="1072" creationId="{92EDC502-9584-C83B-4A02-81BA101B958A}"/>
          </ac:spMkLst>
        </pc:spChg>
        <pc:spChg chg="add mod">
          <ac:chgData name="Joul Espinoza" userId="8b4f8c1dfa2d7319" providerId="LiveId" clId="{4BDD1575-694C-44DC-A5EA-6A642F0D5B4A}" dt="2025-01-26T03:01:20.621" v="1787" actId="1036"/>
          <ac:spMkLst>
            <pc:docMk/>
            <pc:sldMk cId="1763628168" sldId="257"/>
            <ac:spMk id="1073" creationId="{555B6E6C-11D9-A928-A9BD-5F3A3B0F5525}"/>
          </ac:spMkLst>
        </pc:spChg>
        <pc:spChg chg="add mod">
          <ac:chgData name="Joul Espinoza" userId="8b4f8c1dfa2d7319" providerId="LiveId" clId="{4BDD1575-694C-44DC-A5EA-6A642F0D5B4A}" dt="2025-01-26T03:01:20.621" v="1787" actId="1036"/>
          <ac:spMkLst>
            <pc:docMk/>
            <pc:sldMk cId="1763628168" sldId="257"/>
            <ac:spMk id="1074" creationId="{47D97F6C-1108-3E26-9D1A-D1ECCD709D68}"/>
          </ac:spMkLst>
        </pc:spChg>
        <pc:spChg chg="add mod">
          <ac:chgData name="Joul Espinoza" userId="8b4f8c1dfa2d7319" providerId="LiveId" clId="{4BDD1575-694C-44DC-A5EA-6A642F0D5B4A}" dt="2025-01-26T03:05:11.215" v="1912" actId="1036"/>
          <ac:spMkLst>
            <pc:docMk/>
            <pc:sldMk cId="1763628168" sldId="257"/>
            <ac:spMk id="1075" creationId="{594073A8-9EDC-7457-F4E5-3D3C54DA55E5}"/>
          </ac:spMkLst>
        </pc:spChg>
        <pc:spChg chg="add mod">
          <ac:chgData name="Joul Espinoza" userId="8b4f8c1dfa2d7319" providerId="LiveId" clId="{4BDD1575-694C-44DC-A5EA-6A642F0D5B4A}" dt="2025-01-25T20:59:37.961" v="1406" actId="1076"/>
          <ac:spMkLst>
            <pc:docMk/>
            <pc:sldMk cId="1763628168" sldId="257"/>
            <ac:spMk id="1076" creationId="{40FAD6A4-9A22-91DB-0D87-074D7C247C4F}"/>
          </ac:spMkLst>
        </pc:spChg>
        <pc:spChg chg="add mod">
          <ac:chgData name="Joul Espinoza" userId="8b4f8c1dfa2d7319" providerId="LiveId" clId="{4BDD1575-694C-44DC-A5EA-6A642F0D5B4A}" dt="2025-01-25T20:59:37.961" v="1406" actId="1076"/>
          <ac:spMkLst>
            <pc:docMk/>
            <pc:sldMk cId="1763628168" sldId="257"/>
            <ac:spMk id="1077" creationId="{16C34244-2597-802D-8668-48BACD3BCAC3}"/>
          </ac:spMkLst>
        </pc:spChg>
        <pc:spChg chg="add mod">
          <ac:chgData name="Joul Espinoza" userId="8b4f8c1dfa2d7319" providerId="LiveId" clId="{4BDD1575-694C-44DC-A5EA-6A642F0D5B4A}" dt="2025-01-25T20:59:37.961" v="1406" actId="1076"/>
          <ac:spMkLst>
            <pc:docMk/>
            <pc:sldMk cId="1763628168" sldId="257"/>
            <ac:spMk id="1078" creationId="{E5974705-1465-AF69-F3F7-B1C15D0770DD}"/>
          </ac:spMkLst>
        </pc:spChg>
        <pc:spChg chg="add mod">
          <ac:chgData name="Joul Espinoza" userId="8b4f8c1dfa2d7319" providerId="LiveId" clId="{4BDD1575-694C-44DC-A5EA-6A642F0D5B4A}" dt="2025-01-26T03:01:08.311" v="1765" actId="1036"/>
          <ac:spMkLst>
            <pc:docMk/>
            <pc:sldMk cId="1763628168" sldId="257"/>
            <ac:spMk id="1078" creationId="{FD5E4104-F7EC-45B2-39BF-F9E8EDF1EF1B}"/>
          </ac:spMkLst>
        </pc:spChg>
        <pc:spChg chg="add mod">
          <ac:chgData name="Joul Espinoza" userId="8b4f8c1dfa2d7319" providerId="LiveId" clId="{4BDD1575-694C-44DC-A5EA-6A642F0D5B4A}" dt="2025-01-26T03:05:11.215" v="1912" actId="1036"/>
          <ac:spMkLst>
            <pc:docMk/>
            <pc:sldMk cId="1763628168" sldId="257"/>
            <ac:spMk id="1079" creationId="{44E4FE94-6F3B-A46F-1AE6-EEC1B1F9E992}"/>
          </ac:spMkLst>
        </pc:spChg>
        <pc:spChg chg="add mod">
          <ac:chgData name="Joul Espinoza" userId="8b4f8c1dfa2d7319" providerId="LiveId" clId="{4BDD1575-694C-44DC-A5EA-6A642F0D5B4A}" dt="2025-01-25T20:59:37.961" v="1406" actId="1076"/>
          <ac:spMkLst>
            <pc:docMk/>
            <pc:sldMk cId="1763628168" sldId="257"/>
            <ac:spMk id="1082" creationId="{4845FD53-1082-7CAA-8145-FDCCB82CD6E1}"/>
          </ac:spMkLst>
        </pc:spChg>
        <pc:spChg chg="add mod">
          <ac:chgData name="Joul Espinoza" userId="8b4f8c1dfa2d7319" providerId="LiveId" clId="{4BDD1575-694C-44DC-A5EA-6A642F0D5B4A}" dt="2025-01-26T03:04:25.867" v="1875" actId="1076"/>
          <ac:spMkLst>
            <pc:docMk/>
            <pc:sldMk cId="1763628168" sldId="257"/>
            <ac:spMk id="1082" creationId="{8EB1580E-2436-01E6-76E5-CF865BF3203D}"/>
          </ac:spMkLst>
        </pc:spChg>
        <pc:spChg chg="add mod">
          <ac:chgData name="Joul Espinoza" userId="8b4f8c1dfa2d7319" providerId="LiveId" clId="{4BDD1575-694C-44DC-A5EA-6A642F0D5B4A}" dt="2025-01-25T20:59:37.961" v="1406" actId="1076"/>
          <ac:spMkLst>
            <pc:docMk/>
            <pc:sldMk cId="1763628168" sldId="257"/>
            <ac:spMk id="1083" creationId="{219749AE-7E6E-6150-3BB2-8183B233BB25}"/>
          </ac:spMkLst>
        </pc:spChg>
        <pc:spChg chg="add mod">
          <ac:chgData name="Joul Espinoza" userId="8b4f8c1dfa2d7319" providerId="LiveId" clId="{4BDD1575-694C-44DC-A5EA-6A642F0D5B4A}" dt="2025-01-26T03:05:14.991" v="1917" actId="1035"/>
          <ac:spMkLst>
            <pc:docMk/>
            <pc:sldMk cId="1763628168" sldId="257"/>
            <ac:spMk id="1083" creationId="{B4A5A064-5C9E-A8E1-42DF-4892741B3C02}"/>
          </ac:spMkLst>
        </pc:spChg>
        <pc:spChg chg="add mod">
          <ac:chgData name="Joul Espinoza" userId="8b4f8c1dfa2d7319" providerId="LiveId" clId="{4BDD1575-694C-44DC-A5EA-6A642F0D5B4A}" dt="2025-01-25T20:59:37.961" v="1406" actId="1076"/>
          <ac:spMkLst>
            <pc:docMk/>
            <pc:sldMk cId="1763628168" sldId="257"/>
            <ac:spMk id="1087" creationId="{FA1BFBC3-CDE2-B95E-F314-26FF0EA43BB9}"/>
          </ac:spMkLst>
        </pc:spChg>
        <pc:spChg chg="add mod">
          <ac:chgData name="Joul Espinoza" userId="8b4f8c1dfa2d7319" providerId="LiveId" clId="{4BDD1575-694C-44DC-A5EA-6A642F0D5B4A}" dt="2025-01-25T20:59:37.961" v="1406" actId="1076"/>
          <ac:spMkLst>
            <pc:docMk/>
            <pc:sldMk cId="1763628168" sldId="257"/>
            <ac:spMk id="1088" creationId="{1FF00877-D40D-E8FB-D1D0-E68534154AAA}"/>
          </ac:spMkLst>
        </pc:spChg>
        <pc:spChg chg="add mod">
          <ac:chgData name="Joul Espinoza" userId="8b4f8c1dfa2d7319" providerId="LiveId" clId="{4BDD1575-694C-44DC-A5EA-6A642F0D5B4A}" dt="2025-01-26T03:05:29.296" v="1921" actId="208"/>
          <ac:spMkLst>
            <pc:docMk/>
            <pc:sldMk cId="1763628168" sldId="257"/>
            <ac:spMk id="1088" creationId="{39AB4170-0B9F-476D-6B0A-AD9B6D201C56}"/>
          </ac:spMkLst>
        </pc:spChg>
        <pc:spChg chg="add mod">
          <ac:chgData name="Joul Espinoza" userId="8b4f8c1dfa2d7319" providerId="LiveId" clId="{4BDD1575-694C-44DC-A5EA-6A642F0D5B4A}" dt="2025-01-26T03:06:42.799" v="2056" actId="1076"/>
          <ac:spMkLst>
            <pc:docMk/>
            <pc:sldMk cId="1763628168" sldId="257"/>
            <ac:spMk id="1093" creationId="{9779888C-D160-AE21-812F-303B87F7774D}"/>
          </ac:spMkLst>
        </pc:spChg>
        <pc:spChg chg="add del mod">
          <ac:chgData name="Joul Espinoza" userId="8b4f8c1dfa2d7319" providerId="LiveId" clId="{4BDD1575-694C-44DC-A5EA-6A642F0D5B4A}" dt="2025-01-25T20:59:54.480" v="1408" actId="478"/>
          <ac:spMkLst>
            <pc:docMk/>
            <pc:sldMk cId="1763628168" sldId="257"/>
            <ac:spMk id="1094" creationId="{7C2AAA12-38A7-4077-9D8E-0C350C4BCCF9}"/>
          </ac:spMkLst>
        </pc:spChg>
        <pc:spChg chg="add mod">
          <ac:chgData name="Joul Espinoza" userId="8b4f8c1dfa2d7319" providerId="LiveId" clId="{4BDD1575-694C-44DC-A5EA-6A642F0D5B4A}" dt="2025-01-26T03:07:49.046" v="2182" actId="1076"/>
          <ac:spMkLst>
            <pc:docMk/>
            <pc:sldMk cId="1763628168" sldId="257"/>
            <ac:spMk id="1096" creationId="{54AAA9F7-3D44-D790-C937-2927629AE6BA}"/>
          </ac:spMkLst>
        </pc:spChg>
        <pc:spChg chg="add del mod">
          <ac:chgData name="Joul Espinoza" userId="8b4f8c1dfa2d7319" providerId="LiveId" clId="{4BDD1575-694C-44DC-A5EA-6A642F0D5B4A}" dt="2025-01-25T20:59:54.480" v="1408" actId="478"/>
          <ac:spMkLst>
            <pc:docMk/>
            <pc:sldMk cId="1763628168" sldId="257"/>
            <ac:spMk id="1097" creationId="{2BE77AB6-8356-72E5-126D-B6154931E126}"/>
          </ac:spMkLst>
        </pc:spChg>
        <pc:spChg chg="add del mod">
          <ac:chgData name="Joul Espinoza" userId="8b4f8c1dfa2d7319" providerId="LiveId" clId="{4BDD1575-694C-44DC-A5EA-6A642F0D5B4A}" dt="2025-01-25T20:59:54.480" v="1408" actId="478"/>
          <ac:spMkLst>
            <pc:docMk/>
            <pc:sldMk cId="1763628168" sldId="257"/>
            <ac:spMk id="1099" creationId="{A32567E5-0E5D-23F2-786C-2446154F42BD}"/>
          </ac:spMkLst>
        </pc:spChg>
        <pc:spChg chg="add del mod">
          <ac:chgData name="Joul Espinoza" userId="8b4f8c1dfa2d7319" providerId="LiveId" clId="{4BDD1575-694C-44DC-A5EA-6A642F0D5B4A}" dt="2025-01-25T20:59:54.480" v="1408" actId="478"/>
          <ac:spMkLst>
            <pc:docMk/>
            <pc:sldMk cId="1763628168" sldId="257"/>
            <ac:spMk id="1101" creationId="{6CA1DB04-DADA-DF4B-F056-E250D839FA7D}"/>
          </ac:spMkLst>
        </pc:spChg>
        <pc:spChg chg="add del mod">
          <ac:chgData name="Joul Espinoza" userId="8b4f8c1dfa2d7319" providerId="LiveId" clId="{4BDD1575-694C-44DC-A5EA-6A642F0D5B4A}" dt="2025-01-25T20:59:54.480" v="1408" actId="478"/>
          <ac:spMkLst>
            <pc:docMk/>
            <pc:sldMk cId="1763628168" sldId="257"/>
            <ac:spMk id="1102" creationId="{B9D114FD-B8E4-2FCB-77EE-98640EC5FBFF}"/>
          </ac:spMkLst>
        </pc:spChg>
        <pc:spChg chg="add del mod">
          <ac:chgData name="Joul Espinoza" userId="8b4f8c1dfa2d7319" providerId="LiveId" clId="{4BDD1575-694C-44DC-A5EA-6A642F0D5B4A}" dt="2025-01-25T20:59:54.480" v="1408" actId="478"/>
          <ac:spMkLst>
            <pc:docMk/>
            <pc:sldMk cId="1763628168" sldId="257"/>
            <ac:spMk id="1103" creationId="{87DC1FAF-C2C4-2B8F-408D-35BCA8D75175}"/>
          </ac:spMkLst>
        </pc:spChg>
        <pc:spChg chg="add del mod">
          <ac:chgData name="Joul Espinoza" userId="8b4f8c1dfa2d7319" providerId="LiveId" clId="{4BDD1575-694C-44DC-A5EA-6A642F0D5B4A}" dt="2025-01-25T20:59:54.480" v="1408" actId="478"/>
          <ac:spMkLst>
            <pc:docMk/>
            <pc:sldMk cId="1763628168" sldId="257"/>
            <ac:spMk id="1111" creationId="{E1CB842E-4DAB-E38A-5FBA-B1E169063F4B}"/>
          </ac:spMkLst>
        </pc:spChg>
        <pc:spChg chg="add del mod">
          <ac:chgData name="Joul Espinoza" userId="8b4f8c1dfa2d7319" providerId="LiveId" clId="{4BDD1575-694C-44DC-A5EA-6A642F0D5B4A}" dt="2025-01-25T20:59:54.480" v="1408" actId="478"/>
          <ac:spMkLst>
            <pc:docMk/>
            <pc:sldMk cId="1763628168" sldId="257"/>
            <ac:spMk id="1112" creationId="{740D6C13-5294-BFE8-65B3-0EA4AEFE9D28}"/>
          </ac:spMkLst>
        </pc:spChg>
        <pc:spChg chg="add del mod">
          <ac:chgData name="Joul Espinoza" userId="8b4f8c1dfa2d7319" providerId="LiveId" clId="{4BDD1575-694C-44DC-A5EA-6A642F0D5B4A}" dt="2025-01-25T20:59:54.480" v="1408" actId="478"/>
          <ac:spMkLst>
            <pc:docMk/>
            <pc:sldMk cId="1763628168" sldId="257"/>
            <ac:spMk id="1113" creationId="{1B8D4E88-EE6A-8635-5BD7-AE6B24615158}"/>
          </ac:spMkLst>
        </pc:spChg>
        <pc:spChg chg="add del mod">
          <ac:chgData name="Joul Espinoza" userId="8b4f8c1dfa2d7319" providerId="LiveId" clId="{4BDD1575-694C-44DC-A5EA-6A642F0D5B4A}" dt="2025-01-25T20:59:54.480" v="1408" actId="478"/>
          <ac:spMkLst>
            <pc:docMk/>
            <pc:sldMk cId="1763628168" sldId="257"/>
            <ac:spMk id="1119" creationId="{9CEF6148-34A6-1C0B-9788-B2ED7E4EC6C6}"/>
          </ac:spMkLst>
        </pc:spChg>
        <pc:spChg chg="add mod">
          <ac:chgData name="Joul Espinoza" userId="8b4f8c1dfa2d7319" providerId="LiveId" clId="{4BDD1575-694C-44DC-A5EA-6A642F0D5B4A}" dt="2025-01-25T21:00:21.891" v="1411" actId="1076"/>
          <ac:spMkLst>
            <pc:docMk/>
            <pc:sldMk cId="1763628168" sldId="257"/>
            <ac:spMk id="1120" creationId="{6D9180E2-F3BE-BE7D-33BA-5D5DBB99E497}"/>
          </ac:spMkLst>
        </pc:spChg>
        <pc:spChg chg="add mod">
          <ac:chgData name="Joul Espinoza" userId="8b4f8c1dfa2d7319" providerId="LiveId" clId="{4BDD1575-694C-44DC-A5EA-6A642F0D5B4A}" dt="2025-01-25T21:00:21.891" v="1411" actId="1076"/>
          <ac:spMkLst>
            <pc:docMk/>
            <pc:sldMk cId="1763628168" sldId="257"/>
            <ac:spMk id="1122" creationId="{A095842A-7FFA-CD87-4F6E-9B2194B4A446}"/>
          </ac:spMkLst>
        </pc:spChg>
        <pc:spChg chg="add mod">
          <ac:chgData name="Joul Espinoza" userId="8b4f8c1dfa2d7319" providerId="LiveId" clId="{4BDD1575-694C-44DC-A5EA-6A642F0D5B4A}" dt="2025-01-25T21:00:21.891" v="1411" actId="1076"/>
          <ac:spMkLst>
            <pc:docMk/>
            <pc:sldMk cId="1763628168" sldId="257"/>
            <ac:spMk id="1126" creationId="{8B8F1B28-54EC-56BC-B4BA-346DE09EB866}"/>
          </ac:spMkLst>
        </pc:spChg>
        <pc:spChg chg="add mod">
          <ac:chgData name="Joul Espinoza" userId="8b4f8c1dfa2d7319" providerId="LiveId" clId="{4BDD1575-694C-44DC-A5EA-6A642F0D5B4A}" dt="2025-01-25T21:00:21.891" v="1411" actId="1076"/>
          <ac:spMkLst>
            <pc:docMk/>
            <pc:sldMk cId="1763628168" sldId="257"/>
            <ac:spMk id="1128" creationId="{13DA1EA4-107C-025E-4929-6DE1280F48A4}"/>
          </ac:spMkLst>
        </pc:spChg>
        <pc:spChg chg="add mod">
          <ac:chgData name="Joul Espinoza" userId="8b4f8c1dfa2d7319" providerId="LiveId" clId="{4BDD1575-694C-44DC-A5EA-6A642F0D5B4A}" dt="2025-01-25T21:00:21.891" v="1411" actId="1076"/>
          <ac:spMkLst>
            <pc:docMk/>
            <pc:sldMk cId="1763628168" sldId="257"/>
            <ac:spMk id="1136" creationId="{6A349E44-244B-1C66-20F2-9BEBE1F93AEA}"/>
          </ac:spMkLst>
        </pc:spChg>
        <pc:spChg chg="add mod">
          <ac:chgData name="Joul Espinoza" userId="8b4f8c1dfa2d7319" providerId="LiveId" clId="{4BDD1575-694C-44DC-A5EA-6A642F0D5B4A}" dt="2025-01-25T21:00:21.891" v="1411" actId="1076"/>
          <ac:spMkLst>
            <pc:docMk/>
            <pc:sldMk cId="1763628168" sldId="257"/>
            <ac:spMk id="1138" creationId="{FEAFD0C3-31B7-0902-FFEC-F58171C11761}"/>
          </ac:spMkLst>
        </pc:spChg>
        <pc:spChg chg="add mod">
          <ac:chgData name="Joul Espinoza" userId="8b4f8c1dfa2d7319" providerId="LiveId" clId="{4BDD1575-694C-44DC-A5EA-6A642F0D5B4A}" dt="2025-01-25T21:00:21.891" v="1411" actId="1076"/>
          <ac:spMkLst>
            <pc:docMk/>
            <pc:sldMk cId="1763628168" sldId="257"/>
            <ac:spMk id="1140" creationId="{061AD504-6B09-C233-437B-A6D6FA4D3A49}"/>
          </ac:spMkLst>
        </pc:spChg>
        <pc:spChg chg="add mod">
          <ac:chgData name="Joul Espinoza" userId="8b4f8c1dfa2d7319" providerId="LiveId" clId="{4BDD1575-694C-44DC-A5EA-6A642F0D5B4A}" dt="2025-01-25T21:00:21.891" v="1411" actId="1076"/>
          <ac:spMkLst>
            <pc:docMk/>
            <pc:sldMk cId="1763628168" sldId="257"/>
            <ac:spMk id="1143" creationId="{1570FD2F-2CA0-F378-628D-194C17F0FD43}"/>
          </ac:spMkLst>
        </pc:spChg>
        <pc:spChg chg="add mod">
          <ac:chgData name="Joul Espinoza" userId="8b4f8c1dfa2d7319" providerId="LiveId" clId="{4BDD1575-694C-44DC-A5EA-6A642F0D5B4A}" dt="2025-01-25T21:00:21.891" v="1411" actId="1076"/>
          <ac:spMkLst>
            <pc:docMk/>
            <pc:sldMk cId="1763628168" sldId="257"/>
            <ac:spMk id="1144" creationId="{30D981FB-F982-7823-3EC8-1885E1B0E00A}"/>
          </ac:spMkLst>
        </pc:spChg>
        <pc:spChg chg="add mod">
          <ac:chgData name="Joul Espinoza" userId="8b4f8c1dfa2d7319" providerId="LiveId" clId="{4BDD1575-694C-44DC-A5EA-6A642F0D5B4A}" dt="2025-01-25T21:00:21.891" v="1411" actId="1076"/>
          <ac:spMkLst>
            <pc:docMk/>
            <pc:sldMk cId="1763628168" sldId="257"/>
            <ac:spMk id="1145" creationId="{C6AB8B2A-D3FD-C4D8-EA8B-552EEFC7C6D4}"/>
          </ac:spMkLst>
        </pc:spChg>
        <pc:spChg chg="mod ord">
          <ac:chgData name="Joul Espinoza" userId="8b4f8c1dfa2d7319" providerId="LiveId" clId="{4BDD1575-694C-44DC-A5EA-6A642F0D5B4A}" dt="2025-01-25T21:04:24.764" v="1521" actId="207"/>
          <ac:spMkLst>
            <pc:docMk/>
            <pc:sldMk cId="1763628168" sldId="257"/>
            <ac:spMk id="1149" creationId="{BDD1961A-F8C3-6039-53AA-63836604CBBC}"/>
          </ac:spMkLst>
        </pc:spChg>
        <pc:spChg chg="add mod">
          <ac:chgData name="Joul Espinoza" userId="8b4f8c1dfa2d7319" providerId="LiveId" clId="{4BDD1575-694C-44DC-A5EA-6A642F0D5B4A}" dt="2025-01-25T21:00:53.052" v="1428" actId="20577"/>
          <ac:spMkLst>
            <pc:docMk/>
            <pc:sldMk cId="1763628168" sldId="257"/>
            <ac:spMk id="1154" creationId="{5C60A6D1-111E-331A-0513-A84145C03BF5}"/>
          </ac:spMkLst>
        </pc:spChg>
        <pc:spChg chg="add mod">
          <ac:chgData name="Joul Espinoza" userId="8b4f8c1dfa2d7319" providerId="LiveId" clId="{4BDD1575-694C-44DC-A5EA-6A642F0D5B4A}" dt="2025-01-25T21:01:35.469" v="1439" actId="14100"/>
          <ac:spMkLst>
            <pc:docMk/>
            <pc:sldMk cId="1763628168" sldId="257"/>
            <ac:spMk id="1155" creationId="{3BEEF730-B5F1-057E-88A9-EDCEBA149E53}"/>
          </ac:spMkLst>
        </pc:spChg>
        <pc:spChg chg="add mod">
          <ac:chgData name="Joul Espinoza" userId="8b4f8c1dfa2d7319" providerId="LiveId" clId="{4BDD1575-694C-44DC-A5EA-6A642F0D5B4A}" dt="2025-01-25T21:02:13.249" v="1453" actId="2085"/>
          <ac:spMkLst>
            <pc:docMk/>
            <pc:sldMk cId="1763628168" sldId="257"/>
            <ac:spMk id="1156" creationId="{A78712F1-F0F8-14A5-00E2-6675E18D205B}"/>
          </ac:spMkLst>
        </pc:spChg>
        <pc:spChg chg="add mod">
          <ac:chgData name="Joul Espinoza" userId="8b4f8c1dfa2d7319" providerId="LiveId" clId="{4BDD1575-694C-44DC-A5EA-6A642F0D5B4A}" dt="2025-01-25T21:03:16.665" v="1511" actId="20577"/>
          <ac:spMkLst>
            <pc:docMk/>
            <pc:sldMk cId="1763628168" sldId="257"/>
            <ac:spMk id="1161" creationId="{05C4C341-21E4-9E77-7255-C8B9127DA0AA}"/>
          </ac:spMkLst>
        </pc:spChg>
        <pc:spChg chg="add mod">
          <ac:chgData name="Joul Espinoza" userId="8b4f8c1dfa2d7319" providerId="LiveId" clId="{4BDD1575-694C-44DC-A5EA-6A642F0D5B4A}" dt="2025-01-25T21:04:42.251" v="1525" actId="1035"/>
          <ac:spMkLst>
            <pc:docMk/>
            <pc:sldMk cId="1763628168" sldId="257"/>
            <ac:spMk id="1163" creationId="{9C3318AF-2A3C-F45F-91E0-5E88A54CF5B4}"/>
          </ac:spMkLst>
        </pc:spChg>
        <pc:spChg chg="add mod">
          <ac:chgData name="Joul Espinoza" userId="8b4f8c1dfa2d7319" providerId="LiveId" clId="{4BDD1575-694C-44DC-A5EA-6A642F0D5B4A}" dt="2025-01-25T21:06:09.094" v="1536" actId="122"/>
          <ac:spMkLst>
            <pc:docMk/>
            <pc:sldMk cId="1763628168" sldId="257"/>
            <ac:spMk id="1164" creationId="{6E8E57BC-D62E-21CD-CFAC-8109FB8257C1}"/>
          </ac:spMkLst>
        </pc:spChg>
        <pc:picChg chg="add del">
          <ac:chgData name="Joul Espinoza" userId="8b4f8c1dfa2d7319" providerId="LiveId" clId="{4BDD1575-694C-44DC-A5EA-6A642F0D5B4A}" dt="2025-01-25T15:35:36.436" v="21" actId="478"/>
          <ac:picMkLst>
            <pc:docMk/>
            <pc:sldMk cId="1763628168" sldId="257"/>
            <ac:picMk id="7" creationId="{181BE5E1-4DE5-DE5F-2A94-E870CE2F2B21}"/>
          </ac:picMkLst>
        </pc:picChg>
        <pc:picChg chg="add mod">
          <ac:chgData name="Joul Espinoza" userId="8b4f8c1dfa2d7319" providerId="LiveId" clId="{4BDD1575-694C-44DC-A5EA-6A642F0D5B4A}" dt="2025-01-25T20:38:19.536" v="730" actId="166"/>
          <ac:picMkLst>
            <pc:docMk/>
            <pc:sldMk cId="1763628168" sldId="257"/>
            <ac:picMk id="11" creationId="{551018D2-6DC5-8B5E-1195-143A305C1AA0}"/>
          </ac:picMkLst>
        </pc:picChg>
        <pc:picChg chg="add mod">
          <ac:chgData name="Joul Espinoza" userId="8b4f8c1dfa2d7319" providerId="LiveId" clId="{4BDD1575-694C-44DC-A5EA-6A642F0D5B4A}" dt="2025-01-25T20:37:41.953" v="697" actId="1076"/>
          <ac:picMkLst>
            <pc:docMk/>
            <pc:sldMk cId="1763628168" sldId="257"/>
            <ac:picMk id="21" creationId="{2CD2CF7E-09F4-9D81-800F-502923C323FD}"/>
          </ac:picMkLst>
        </pc:picChg>
        <pc:picChg chg="add mod">
          <ac:chgData name="Joul Espinoza" userId="8b4f8c1dfa2d7319" providerId="LiveId" clId="{4BDD1575-694C-44DC-A5EA-6A642F0D5B4A}" dt="2025-01-25T20:37:57.070" v="727" actId="1076"/>
          <ac:picMkLst>
            <pc:docMk/>
            <pc:sldMk cId="1763628168" sldId="257"/>
            <ac:picMk id="23" creationId="{761B0986-BD39-D804-227D-0692C51407F4}"/>
          </ac:picMkLst>
        </pc:picChg>
        <pc:picChg chg="add mod">
          <ac:chgData name="Joul Espinoza" userId="8b4f8c1dfa2d7319" providerId="LiveId" clId="{4BDD1575-694C-44DC-A5EA-6A642F0D5B4A}" dt="2025-01-25T20:37:57.070" v="727" actId="1076"/>
          <ac:picMkLst>
            <pc:docMk/>
            <pc:sldMk cId="1763628168" sldId="257"/>
            <ac:picMk id="27" creationId="{850F74D3-9964-A3E9-5454-9C700770F14D}"/>
          </ac:picMkLst>
        </pc:picChg>
        <pc:picChg chg="add mod">
          <ac:chgData name="Joul Espinoza" userId="8b4f8c1dfa2d7319" providerId="LiveId" clId="{4BDD1575-694C-44DC-A5EA-6A642F0D5B4A}" dt="2025-01-25T20:38:11.392" v="729" actId="1076"/>
          <ac:picMkLst>
            <pc:docMk/>
            <pc:sldMk cId="1763628168" sldId="257"/>
            <ac:picMk id="29" creationId="{F75A70F9-07BE-3350-6667-D158A67BBC20}"/>
          </ac:picMkLst>
        </pc:picChg>
        <pc:picChg chg="add mod">
          <ac:chgData name="Joul Espinoza" userId="8b4f8c1dfa2d7319" providerId="LiveId" clId="{4BDD1575-694C-44DC-A5EA-6A642F0D5B4A}" dt="2025-01-25T20:38:11.392" v="729" actId="1076"/>
          <ac:picMkLst>
            <pc:docMk/>
            <pc:sldMk cId="1763628168" sldId="257"/>
            <ac:picMk id="33" creationId="{C2CC184B-8E22-DFE1-3BD4-3EEF2CB62D0F}"/>
          </ac:picMkLst>
        </pc:picChg>
        <pc:picChg chg="mod">
          <ac:chgData name="Joul Espinoza" userId="8b4f8c1dfa2d7319" providerId="LiveId" clId="{4BDD1575-694C-44DC-A5EA-6A642F0D5B4A}" dt="2025-01-25T20:49:47.118" v="1101" actId="1035"/>
          <ac:picMkLst>
            <pc:docMk/>
            <pc:sldMk cId="1763628168" sldId="257"/>
            <ac:picMk id="54" creationId="{6331CAC8-7BE1-373B-ED5E-DA14F4367C34}"/>
          </ac:picMkLst>
        </pc:picChg>
        <pc:picChg chg="add mod">
          <ac:chgData name="Joul Espinoza" userId="8b4f8c1dfa2d7319" providerId="LiveId" clId="{4BDD1575-694C-44DC-A5EA-6A642F0D5B4A}" dt="2025-01-25T20:26:59.120" v="422" actId="1076"/>
          <ac:picMkLst>
            <pc:docMk/>
            <pc:sldMk cId="1763628168" sldId="257"/>
            <ac:picMk id="1026" creationId="{E22F2761-5E94-C934-12BE-E258F33536C2}"/>
          </ac:picMkLst>
        </pc:picChg>
        <pc:picChg chg="add del">
          <ac:chgData name="Joul Espinoza" userId="8b4f8c1dfa2d7319" providerId="LiveId" clId="{4BDD1575-694C-44DC-A5EA-6A642F0D5B4A}" dt="2025-01-25T15:40:52.218" v="64" actId="478"/>
          <ac:picMkLst>
            <pc:docMk/>
            <pc:sldMk cId="1763628168" sldId="257"/>
            <ac:picMk id="1026" creationId="{FD4C7ADB-410A-CE15-2AFB-01A7587B669C}"/>
          </ac:picMkLst>
        </pc:picChg>
        <pc:picChg chg="add mod">
          <ac:chgData name="Joul Espinoza" userId="8b4f8c1dfa2d7319" providerId="LiveId" clId="{4BDD1575-694C-44DC-A5EA-6A642F0D5B4A}" dt="2025-01-25T20:37:50.912" v="725" actId="1035"/>
          <ac:picMkLst>
            <pc:docMk/>
            <pc:sldMk cId="1763628168" sldId="257"/>
            <ac:picMk id="1028" creationId="{035B607F-7BEC-451B-1855-A7D6413AB132}"/>
          </ac:picMkLst>
        </pc:picChg>
        <pc:picChg chg="add mod">
          <ac:chgData name="Joul Espinoza" userId="8b4f8c1dfa2d7319" providerId="LiveId" clId="{4BDD1575-694C-44DC-A5EA-6A642F0D5B4A}" dt="2025-01-25T15:40:49.359" v="62" actId="732"/>
          <ac:picMkLst>
            <pc:docMk/>
            <pc:sldMk cId="1763628168" sldId="257"/>
            <ac:picMk id="1028" creationId="{8D3911AE-0991-B8E9-43AE-2732B2F0385E}"/>
          </ac:picMkLst>
        </pc:picChg>
        <pc:picChg chg="add mod">
          <ac:chgData name="Joul Espinoza" userId="8b4f8c1dfa2d7319" providerId="LiveId" clId="{4BDD1575-694C-44DC-A5EA-6A642F0D5B4A}" dt="2025-01-25T20:37:50.912" v="725" actId="1035"/>
          <ac:picMkLst>
            <pc:docMk/>
            <pc:sldMk cId="1763628168" sldId="257"/>
            <ac:picMk id="1030" creationId="{25F83E41-62AB-EEF2-BB43-79BAB00F3B49}"/>
          </ac:picMkLst>
        </pc:picChg>
        <pc:picChg chg="add mod">
          <ac:chgData name="Joul Espinoza" userId="8b4f8c1dfa2d7319" providerId="LiveId" clId="{4BDD1575-694C-44DC-A5EA-6A642F0D5B4A}" dt="2025-01-25T20:38:19.536" v="730" actId="166"/>
          <ac:picMkLst>
            <pc:docMk/>
            <pc:sldMk cId="1763628168" sldId="257"/>
            <ac:picMk id="1032" creationId="{EA373C72-A984-3A77-D573-C5630751CCA4}"/>
          </ac:picMkLst>
        </pc:picChg>
        <pc:picChg chg="add del">
          <ac:chgData name="Joul Espinoza" userId="8b4f8c1dfa2d7319" providerId="LiveId" clId="{4BDD1575-694C-44DC-A5EA-6A642F0D5B4A}" dt="2025-01-25T15:44:10.504" v="92" actId="478"/>
          <ac:picMkLst>
            <pc:docMk/>
            <pc:sldMk cId="1763628168" sldId="257"/>
            <ac:picMk id="1034" creationId="{2018B254-3933-3409-C091-E919E2DE586C}"/>
          </ac:picMkLst>
        </pc:picChg>
        <pc:picChg chg="add mod">
          <ac:chgData name="Joul Espinoza" userId="8b4f8c1dfa2d7319" providerId="LiveId" clId="{4BDD1575-694C-44DC-A5EA-6A642F0D5B4A}" dt="2025-01-25T20:38:19.536" v="730" actId="166"/>
          <ac:picMkLst>
            <pc:docMk/>
            <pc:sldMk cId="1763628168" sldId="257"/>
            <ac:picMk id="1036" creationId="{0F5F88D4-B967-7188-BDC0-D6197913CB8E}"/>
          </ac:picMkLst>
        </pc:picChg>
        <pc:picChg chg="add del mod">
          <ac:chgData name="Joul Espinoza" userId="8b4f8c1dfa2d7319" providerId="LiveId" clId="{4BDD1575-694C-44DC-A5EA-6A642F0D5B4A}" dt="2025-01-25T15:47:00.080" v="114" actId="478"/>
          <ac:picMkLst>
            <pc:docMk/>
            <pc:sldMk cId="1763628168" sldId="257"/>
            <ac:picMk id="1038" creationId="{19298436-D064-62A5-7B66-EC01CDB35C67}"/>
          </ac:picMkLst>
        </pc:picChg>
        <pc:picChg chg="add mod">
          <ac:chgData name="Joul Espinoza" userId="8b4f8c1dfa2d7319" providerId="LiveId" clId="{4BDD1575-694C-44DC-A5EA-6A642F0D5B4A}" dt="2025-01-25T20:49:47.118" v="1101" actId="1035"/>
          <ac:picMkLst>
            <pc:docMk/>
            <pc:sldMk cId="1763628168" sldId="257"/>
            <ac:picMk id="1040" creationId="{21BB6BFB-D592-242B-36BF-E679EF537692}"/>
          </ac:picMkLst>
        </pc:picChg>
        <pc:picChg chg="add del mod">
          <ac:chgData name="Joul Espinoza" userId="8b4f8c1dfa2d7319" providerId="LiveId" clId="{4BDD1575-694C-44DC-A5EA-6A642F0D5B4A}" dt="2025-01-26T03:00:45.035" v="1738" actId="1076"/>
          <ac:picMkLst>
            <pc:docMk/>
            <pc:sldMk cId="1763628168" sldId="257"/>
            <ac:picMk id="1053" creationId="{93390256-5E53-5BCE-2880-7A1068A0688A}"/>
          </ac:picMkLst>
        </pc:picChg>
        <pc:picChg chg="add mod">
          <ac:chgData name="Joul Espinoza" userId="8b4f8c1dfa2d7319" providerId="LiveId" clId="{4BDD1575-694C-44DC-A5EA-6A642F0D5B4A}" dt="2025-01-26T02:57:21.677" v="1704" actId="1035"/>
          <ac:picMkLst>
            <pc:docMk/>
            <pc:sldMk cId="1763628168" sldId="257"/>
            <ac:picMk id="1059" creationId="{4F2943EA-864A-B030-012E-21908DA43864}"/>
          </ac:picMkLst>
        </pc:picChg>
        <pc:picChg chg="add mod">
          <ac:chgData name="Joul Espinoza" userId="8b4f8c1dfa2d7319" providerId="LiveId" clId="{4BDD1575-694C-44DC-A5EA-6A642F0D5B4A}" dt="2025-01-26T03:03:07.484" v="1824" actId="1366"/>
          <ac:picMkLst>
            <pc:docMk/>
            <pc:sldMk cId="1763628168" sldId="257"/>
            <ac:picMk id="1066" creationId="{70FB36E3-A911-79F6-4C18-995CB50F7FF8}"/>
          </ac:picMkLst>
        </pc:picChg>
        <pc:picChg chg="add mod">
          <ac:chgData name="Joul Espinoza" userId="8b4f8c1dfa2d7319" providerId="LiveId" clId="{4BDD1575-694C-44DC-A5EA-6A642F0D5B4A}" dt="2025-01-26T03:01:20.621" v="1787" actId="1036"/>
          <ac:picMkLst>
            <pc:docMk/>
            <pc:sldMk cId="1763628168" sldId="257"/>
            <ac:picMk id="1077" creationId="{154591BE-69A5-0E73-EA2F-47BA507BE59F}"/>
          </ac:picMkLst>
        </pc:picChg>
        <pc:picChg chg="add mod">
          <ac:chgData name="Joul Espinoza" userId="8b4f8c1dfa2d7319" providerId="LiveId" clId="{4BDD1575-694C-44DC-A5EA-6A642F0D5B4A}" dt="2025-01-26T03:03:41.764" v="1831" actId="1076"/>
          <ac:picMkLst>
            <pc:docMk/>
            <pc:sldMk cId="1763628168" sldId="257"/>
            <ac:picMk id="1080" creationId="{3561FA69-1061-A605-C368-4D1BF9E9DE43}"/>
          </ac:picMkLst>
        </pc:picChg>
        <pc:picChg chg="add mod">
          <ac:chgData name="Joul Espinoza" userId="8b4f8c1dfa2d7319" providerId="LiveId" clId="{4BDD1575-694C-44DC-A5EA-6A642F0D5B4A}" dt="2025-01-26T03:03:44.045" v="1832" actId="1076"/>
          <ac:picMkLst>
            <pc:docMk/>
            <pc:sldMk cId="1763628168" sldId="257"/>
            <ac:picMk id="1081" creationId="{F8785948-9C15-4756-BD41-4141B1652469}"/>
          </ac:picMkLst>
        </pc:picChg>
        <pc:picChg chg="add mod">
          <ac:chgData name="Joul Espinoza" userId="8b4f8c1dfa2d7319" providerId="LiveId" clId="{4BDD1575-694C-44DC-A5EA-6A642F0D5B4A}" dt="2025-01-26T03:04:38.971" v="1890" actId="1076"/>
          <ac:picMkLst>
            <pc:docMk/>
            <pc:sldMk cId="1763628168" sldId="257"/>
            <ac:picMk id="1084" creationId="{1E16FB34-37DF-6059-F46B-AD18E12286CD}"/>
          </ac:picMkLst>
        </pc:picChg>
        <pc:picChg chg="add mod">
          <ac:chgData name="Joul Espinoza" userId="8b4f8c1dfa2d7319" providerId="LiveId" clId="{4BDD1575-694C-44DC-A5EA-6A642F0D5B4A}" dt="2025-01-26T03:04:38.971" v="1890" actId="1076"/>
          <ac:picMkLst>
            <pc:docMk/>
            <pc:sldMk cId="1763628168" sldId="257"/>
            <ac:picMk id="1085" creationId="{CFB6BDC1-D08A-FBDD-2965-ECC3A80B81D3}"/>
          </ac:picMkLst>
        </pc:picChg>
        <pc:picChg chg="add mod">
          <ac:chgData name="Joul Espinoza" userId="8b4f8c1dfa2d7319" providerId="LiveId" clId="{4BDD1575-694C-44DC-A5EA-6A642F0D5B4A}" dt="2025-01-26T03:05:14.991" v="1917" actId="1035"/>
          <ac:picMkLst>
            <pc:docMk/>
            <pc:sldMk cId="1763628168" sldId="257"/>
            <ac:picMk id="1086" creationId="{E2881DF5-97DB-E93E-FA30-C42165E090ED}"/>
          </ac:picMkLst>
        </pc:picChg>
        <pc:picChg chg="add mod">
          <ac:chgData name="Joul Espinoza" userId="8b4f8c1dfa2d7319" providerId="LiveId" clId="{4BDD1575-694C-44DC-A5EA-6A642F0D5B4A}" dt="2025-01-26T03:05:14.991" v="1917" actId="1035"/>
          <ac:picMkLst>
            <pc:docMk/>
            <pc:sldMk cId="1763628168" sldId="257"/>
            <ac:picMk id="1087" creationId="{6A1672A8-C680-957C-3EB1-C9C26D5911CF}"/>
          </ac:picMkLst>
        </pc:picChg>
        <pc:picChg chg="add mod">
          <ac:chgData name="Joul Espinoza" userId="8b4f8c1dfa2d7319" providerId="LiveId" clId="{4BDD1575-694C-44DC-A5EA-6A642F0D5B4A}" dt="2025-01-26T03:05:19.143" v="1919" actId="1076"/>
          <ac:picMkLst>
            <pc:docMk/>
            <pc:sldMk cId="1763628168" sldId="257"/>
            <ac:picMk id="1089" creationId="{D7E531F1-4D94-FDAD-838B-D3B5FAD07754}"/>
          </ac:picMkLst>
        </pc:picChg>
        <pc:picChg chg="add mod">
          <ac:chgData name="Joul Espinoza" userId="8b4f8c1dfa2d7319" providerId="LiveId" clId="{4BDD1575-694C-44DC-A5EA-6A642F0D5B4A}" dt="2025-01-26T03:05:19.143" v="1919" actId="1076"/>
          <ac:picMkLst>
            <pc:docMk/>
            <pc:sldMk cId="1763628168" sldId="257"/>
            <ac:picMk id="1090" creationId="{921CD076-B1EE-94B7-58C0-8F7A7990A40B}"/>
          </ac:picMkLst>
        </pc:picChg>
        <pc:cxnChg chg="add mod">
          <ac:chgData name="Joul Espinoza" userId="8b4f8c1dfa2d7319" providerId="LiveId" clId="{4BDD1575-694C-44DC-A5EA-6A642F0D5B4A}" dt="2025-01-25T20:27:39.266" v="439" actId="1035"/>
          <ac:cxnSpMkLst>
            <pc:docMk/>
            <pc:sldMk cId="1763628168" sldId="257"/>
            <ac:cxnSpMk id="5" creationId="{C85660BD-0303-47F6-A72E-36E284EAE9D2}"/>
          </ac:cxnSpMkLst>
        </pc:cxnChg>
        <pc:cxnChg chg="add mod">
          <ac:chgData name="Joul Espinoza" userId="8b4f8c1dfa2d7319" providerId="LiveId" clId="{4BDD1575-694C-44DC-A5EA-6A642F0D5B4A}" dt="2025-01-25T15:50:52.811" v="263" actId="14100"/>
          <ac:cxnSpMkLst>
            <pc:docMk/>
            <pc:sldMk cId="1763628168" sldId="257"/>
            <ac:cxnSpMk id="15" creationId="{5F9C596D-1735-178A-3F8F-0441999971FD}"/>
          </ac:cxnSpMkLst>
        </pc:cxnChg>
        <pc:cxnChg chg="add mod">
          <ac:chgData name="Joul Espinoza" userId="8b4f8c1dfa2d7319" providerId="LiveId" clId="{4BDD1575-694C-44DC-A5EA-6A642F0D5B4A}" dt="2025-01-25T15:52:20.552" v="390" actId="14100"/>
          <ac:cxnSpMkLst>
            <pc:docMk/>
            <pc:sldMk cId="1763628168" sldId="257"/>
            <ac:cxnSpMk id="20" creationId="{2A1CBC49-B6BB-7332-A538-1EBE230BFD44}"/>
          </ac:cxnSpMkLst>
        </pc:cxnChg>
        <pc:cxnChg chg="add mod">
          <ac:chgData name="Joul Espinoza" userId="8b4f8c1dfa2d7319" providerId="LiveId" clId="{4BDD1575-694C-44DC-A5EA-6A642F0D5B4A}" dt="2025-01-25T20:41:12.707" v="900" actId="14100"/>
          <ac:cxnSpMkLst>
            <pc:docMk/>
            <pc:sldMk cId="1763628168" sldId="257"/>
            <ac:cxnSpMk id="35" creationId="{5C02BC96-EA0C-8502-A046-A1290F3E3A6F}"/>
          </ac:cxnSpMkLst>
        </pc:cxnChg>
        <pc:cxnChg chg="add mod">
          <ac:chgData name="Joul Espinoza" userId="8b4f8c1dfa2d7319" providerId="LiveId" clId="{4BDD1575-694C-44DC-A5EA-6A642F0D5B4A}" dt="2025-01-26T02:52:00.326" v="1611" actId="14100"/>
          <ac:cxnSpMkLst>
            <pc:docMk/>
            <pc:sldMk cId="1763628168" sldId="257"/>
            <ac:cxnSpMk id="1033" creationId="{A650AA8C-610B-56E3-6C83-AC7B915F78E3}"/>
          </ac:cxnSpMkLst>
        </pc:cxnChg>
        <pc:cxnChg chg="add mod">
          <ac:chgData name="Joul Espinoza" userId="8b4f8c1dfa2d7319" providerId="LiveId" clId="{4BDD1575-694C-44DC-A5EA-6A642F0D5B4A}" dt="2025-01-25T20:49:53.549" v="1113" actId="1035"/>
          <ac:cxnSpMkLst>
            <pc:docMk/>
            <pc:sldMk cId="1763628168" sldId="257"/>
            <ac:cxnSpMk id="1042" creationId="{EE4973B3-8859-EC00-FF08-5B2C67087DEA}"/>
          </ac:cxnSpMkLst>
        </pc:cxnChg>
        <pc:cxnChg chg="add mod">
          <ac:chgData name="Joul Espinoza" userId="8b4f8c1dfa2d7319" providerId="LiveId" clId="{4BDD1575-694C-44DC-A5EA-6A642F0D5B4A}" dt="2025-01-25T20:53:07.486" v="1157" actId="14100"/>
          <ac:cxnSpMkLst>
            <pc:docMk/>
            <pc:sldMk cId="1763628168" sldId="257"/>
            <ac:cxnSpMk id="1051" creationId="{246D4416-8241-16F9-67BC-A4B2895406EF}"/>
          </ac:cxnSpMkLst>
        </pc:cxnChg>
        <pc:cxnChg chg="add del mod">
          <ac:chgData name="Joul Espinoza" userId="8b4f8c1dfa2d7319" providerId="LiveId" clId="{4BDD1575-694C-44DC-A5EA-6A642F0D5B4A}" dt="2025-01-25T20:59:27.527" v="1403" actId="478"/>
          <ac:cxnSpMkLst>
            <pc:docMk/>
            <pc:sldMk cId="1763628168" sldId="257"/>
            <ac:cxnSpMk id="1057" creationId="{9BA24F5D-F1C6-F8FE-E092-A12722A28C38}"/>
          </ac:cxnSpMkLst>
        </pc:cxnChg>
        <pc:cxnChg chg="add mod">
          <ac:chgData name="Joul Espinoza" userId="8b4f8c1dfa2d7319" providerId="LiveId" clId="{4BDD1575-694C-44DC-A5EA-6A642F0D5B4A}" dt="2025-01-26T03:06:06.391" v="1944" actId="1035"/>
          <ac:cxnSpMkLst>
            <pc:docMk/>
            <pc:sldMk cId="1763628168" sldId="257"/>
            <ac:cxnSpMk id="1091" creationId="{806F81C2-3092-A5B8-9A75-8BC91C87FFAE}"/>
          </ac:cxnSpMkLst>
        </pc:cxnChg>
        <pc:cxnChg chg="add mod">
          <ac:chgData name="Joul Espinoza" userId="8b4f8c1dfa2d7319" providerId="LiveId" clId="{4BDD1575-694C-44DC-A5EA-6A642F0D5B4A}" dt="2025-01-26T03:07:16.389" v="2059" actId="14100"/>
          <ac:cxnSpMkLst>
            <pc:docMk/>
            <pc:sldMk cId="1763628168" sldId="257"/>
            <ac:cxnSpMk id="1094" creationId="{855CA1F2-C6D6-1136-EAE5-2DDC6D4DC9B3}"/>
          </ac:cxnSpMkLst>
        </pc:cxnChg>
        <pc:cxnChg chg="add mod">
          <ac:chgData name="Joul Espinoza" userId="8b4f8c1dfa2d7319" providerId="LiveId" clId="{4BDD1575-694C-44DC-A5EA-6A642F0D5B4A}" dt="2025-01-25T21:03:44.054" v="1512" actId="14100"/>
          <ac:cxnSpMkLst>
            <pc:docMk/>
            <pc:sldMk cId="1763628168" sldId="257"/>
            <ac:cxnSpMk id="1151" creationId="{6B2661A4-B162-FF98-32FF-60A68D80D640}"/>
          </ac:cxnSpMkLst>
        </pc:cxnChg>
        <pc:cxnChg chg="add mod">
          <ac:chgData name="Joul Espinoza" userId="8b4f8c1dfa2d7319" providerId="LiveId" clId="{4BDD1575-694C-44DC-A5EA-6A642F0D5B4A}" dt="2025-01-25T21:02:55.163" v="1466" actId="14100"/>
          <ac:cxnSpMkLst>
            <pc:docMk/>
            <pc:sldMk cId="1763628168" sldId="257"/>
            <ac:cxnSpMk id="1157" creationId="{42FB4AF2-3838-5093-D155-FA191041AB77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0CF166-3D12-A2E0-09D2-0261F7D39A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5D0679F-D495-4E67-D584-F887DF1094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0D79A-DF66-C1EC-1DF3-711241494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7328-4475-4C75-8D36-62549C943C06}" type="datetimeFigureOut">
              <a:rPr lang="es-MX" smtClean="0"/>
              <a:t>25/01/2025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E9B253-EF67-61D3-052D-F0529E20F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AFE81C-5DDC-528D-9BAF-4156C2138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093D6-3DA8-4E10-B847-E9BB8D1595E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31620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6D04A0-61A4-BD59-6C11-EE29409EE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30E28D-B58D-C2BD-AC7D-8C62CA5F3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DDEB8C-6E62-2559-6508-458A58207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7328-4475-4C75-8D36-62549C943C06}" type="datetimeFigureOut">
              <a:rPr lang="es-MX" smtClean="0"/>
              <a:t>25/01/2025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E875EF-C2AF-150F-BA2D-43D68202E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CC6D32-FC35-FA29-DC8C-1EE9CEF47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093D6-3DA8-4E10-B847-E9BB8D1595E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89688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D45E0F-902F-EEB2-50AE-1D9D355A1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9FF65F9-CD48-5596-8EC5-AA1416BDF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F678FC-F076-7F95-7211-8BCB0BCF4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7328-4475-4C75-8D36-62549C943C06}" type="datetimeFigureOut">
              <a:rPr lang="es-MX" smtClean="0"/>
              <a:t>25/01/2025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80E2AA-BDBF-2B6C-607D-8F5DFDEA3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9CB527-F86D-9276-E30E-6F0C17D8D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093D6-3DA8-4E10-B847-E9BB8D1595E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1014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0642AC-58A5-A66B-857B-3CBA0FD63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0CA184-DAF0-EFBA-9841-A013102392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BB5E292-5788-5352-CEF7-E0981B8450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5BCDDA5-8D37-82D4-1414-2D8F97282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7328-4475-4C75-8D36-62549C943C06}" type="datetimeFigureOut">
              <a:rPr lang="es-MX" smtClean="0"/>
              <a:t>25/01/2025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2883886-7810-ACDE-A4B7-66D0CF9DD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E8D2D7C-BC1B-4AE2-74DC-813BE501E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093D6-3DA8-4E10-B847-E9BB8D1595E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3655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066C18-D164-6E7E-3E5C-16273259B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3A9CEDC-C01E-9FB0-3554-413117B8C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3BD58BA-FD70-57F2-E0FF-D666E658B1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A72F50C-E192-C635-19EF-AD38B631CF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D4E385E-1D53-4071-DECE-B8547D688F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5E61726-B3AF-BC91-10B3-71CA274B7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7328-4475-4C75-8D36-62549C943C06}" type="datetimeFigureOut">
              <a:rPr lang="es-MX" smtClean="0"/>
              <a:t>25/01/2025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D5D1E9C-A36A-A7E1-CF05-52831682B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56F6815-787B-8A1B-AEE3-D56535025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093D6-3DA8-4E10-B847-E9BB8D1595E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95758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EF4DCA-8772-21C7-D05E-C1863A67B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9EAF487-83BA-62FD-7E2B-7C6D7833A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7328-4475-4C75-8D36-62549C943C06}" type="datetimeFigureOut">
              <a:rPr lang="es-MX" smtClean="0"/>
              <a:t>25/01/2025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83F8985-AFFC-DA8E-BAEC-CE906898D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6561735-F4A3-1A03-1E8D-31D08A8A8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093D6-3DA8-4E10-B847-E9BB8D1595E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67498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197B8C9-B4C1-AF70-C228-A837703F5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7328-4475-4C75-8D36-62549C943C06}" type="datetimeFigureOut">
              <a:rPr lang="es-MX" smtClean="0"/>
              <a:t>25/01/2025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6B9B785-D6B4-6C38-1ADF-3BCBCDA34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F9B2024-2AC8-6581-68DA-776FDF4C4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093D6-3DA8-4E10-B847-E9BB8D1595E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8493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32F444-66A7-566F-FF29-7F493C616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098796-95B6-5782-51EC-C8F9F3AA9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EF3E43-40EF-A5B1-83BA-83FF5830E8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094BD84-5641-FEEF-F8A7-C2102370B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7328-4475-4C75-8D36-62549C943C06}" type="datetimeFigureOut">
              <a:rPr lang="es-MX" smtClean="0"/>
              <a:t>25/01/2025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6123AAB-6BE7-95D6-707A-0107C08C1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BAADF1D-0897-706A-F93A-4BB805806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093D6-3DA8-4E10-B847-E9BB8D1595E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00120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D3407D-2143-0C46-69D8-491217396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D4D2061-92B8-3F83-55C9-2367722BFA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D24E30-232B-2250-E4BA-8407CC3125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573614-7D6B-D48B-0DD3-D4BF1147F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7328-4475-4C75-8D36-62549C943C06}" type="datetimeFigureOut">
              <a:rPr lang="es-MX" smtClean="0"/>
              <a:t>25/01/2025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05409B8-E72A-1DF4-E14B-661711BC8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366D1F9-3CBB-92B1-ED4F-4C95C8AE1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093D6-3DA8-4E10-B847-E9BB8D1595E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80447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C1E3CC-2772-EAE2-70A7-3AD52BD56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B2558E7-1BE0-9699-30E2-C09555C6A4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83616D-9F7D-A4B1-ED63-46E60BFF3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7328-4475-4C75-8D36-62549C943C06}" type="datetimeFigureOut">
              <a:rPr lang="es-MX" smtClean="0"/>
              <a:t>25/01/2025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16CB35-1C3A-4FCB-26D3-15DD499F1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5ABFD0-C78F-CD2D-344F-6C526EE34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093D6-3DA8-4E10-B847-E9BB8D1595E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52410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1D391F4-3A07-41FD-FB0A-D570521CB0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2ED58AC-DC59-CD11-A68F-D0B061FA7F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B98A59-BE6A-9C5C-BD17-77F6CFCE2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7328-4475-4C75-8D36-62549C943C06}" type="datetimeFigureOut">
              <a:rPr lang="es-MX" smtClean="0"/>
              <a:t>25/01/2025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4A513A-4755-D805-DFBB-93A91473F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D42DF9-7675-4DA0-7FB7-2A9967E1E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093D6-3DA8-4E10-B847-E9BB8D1595E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02466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14388A8-88BD-EA76-87B9-17E96DBE7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9BF4314-1C7E-C15A-D888-E193A7FA63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817255-9E26-7B58-3380-89F19645C7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EF7328-4475-4C75-8D36-62549C943C06}" type="datetimeFigureOut">
              <a:rPr lang="es-MX" smtClean="0"/>
              <a:t>25/01/2025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EA35A44-D58D-ECD8-B131-E05FAB4CFB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DAF7C22-6B41-CB21-5301-9F67EE63C9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2093D6-3DA8-4E10-B847-E9BB8D1595E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01672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jpe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: esquina doblada 12">
            <a:extLst>
              <a:ext uri="{FF2B5EF4-FFF2-40B4-BE49-F238E27FC236}">
                <a16:creationId xmlns:a16="http://schemas.microsoft.com/office/drawing/2014/main" id="{FF319C48-CC4A-A545-8267-B43BF2CF1312}"/>
              </a:ext>
            </a:extLst>
          </p:cNvPr>
          <p:cNvSpPr/>
          <p:nvPr/>
        </p:nvSpPr>
        <p:spPr>
          <a:xfrm>
            <a:off x="-838200" y="2179320"/>
            <a:ext cx="923716" cy="565614"/>
          </a:xfrm>
          <a:prstGeom prst="foldedCorner">
            <a:avLst>
              <a:gd name="adj" fmla="val 13681"/>
            </a:avLst>
          </a:prstGeom>
          <a:solidFill>
            <a:srgbClr val="FFE55D"/>
          </a:solidFill>
          <a:ln>
            <a:solidFill>
              <a:srgbClr val="7461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800" dirty="0">
                <a:solidFill>
                  <a:schemeClr val="tx1"/>
                </a:solidFill>
              </a:rPr>
              <a:t>Pestañas: Ejercicios, Rutinas y Diario</a:t>
            </a:r>
          </a:p>
        </p:txBody>
      </p:sp>
      <p:cxnSp>
        <p:nvCxnSpPr>
          <p:cNvPr id="15" name="Conector: curvado 14">
            <a:extLst>
              <a:ext uri="{FF2B5EF4-FFF2-40B4-BE49-F238E27FC236}">
                <a16:creationId xmlns:a16="http://schemas.microsoft.com/office/drawing/2014/main" id="{5F9C596D-1735-178A-3F8F-0441999971FD}"/>
              </a:ext>
            </a:extLst>
          </p:cNvPr>
          <p:cNvCxnSpPr>
            <a:cxnSpLocks/>
          </p:cNvCxnSpPr>
          <p:nvPr/>
        </p:nvCxnSpPr>
        <p:spPr>
          <a:xfrm rot="16200000" flipV="1">
            <a:off x="144827" y="2441724"/>
            <a:ext cx="72000" cy="144000"/>
          </a:xfrm>
          <a:prstGeom prst="curved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ángulo: esquina doblada 18">
            <a:extLst>
              <a:ext uri="{FF2B5EF4-FFF2-40B4-BE49-F238E27FC236}">
                <a16:creationId xmlns:a16="http://schemas.microsoft.com/office/drawing/2014/main" id="{80B3E331-5E64-8646-9789-610B33A88C9D}"/>
              </a:ext>
            </a:extLst>
          </p:cNvPr>
          <p:cNvSpPr/>
          <p:nvPr/>
        </p:nvSpPr>
        <p:spPr>
          <a:xfrm>
            <a:off x="-1238250" y="2865052"/>
            <a:ext cx="1347077" cy="731587"/>
          </a:xfrm>
          <a:prstGeom prst="foldedCorner">
            <a:avLst>
              <a:gd name="adj" fmla="val 13681"/>
            </a:avLst>
          </a:prstGeom>
          <a:solidFill>
            <a:srgbClr val="FFE55D"/>
          </a:solidFill>
          <a:ln>
            <a:solidFill>
              <a:srgbClr val="7461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800" dirty="0">
                <a:solidFill>
                  <a:schemeClr val="tx1"/>
                </a:solidFill>
              </a:rPr>
              <a:t>Estilos de la barra inferior solo de referencia (buscar un estilo de barra de pestañas con UI que se vea más moderna)</a:t>
            </a:r>
          </a:p>
        </p:txBody>
      </p:sp>
      <p:cxnSp>
        <p:nvCxnSpPr>
          <p:cNvPr id="20" name="Conector: curvado 19">
            <a:extLst>
              <a:ext uri="{FF2B5EF4-FFF2-40B4-BE49-F238E27FC236}">
                <a16:creationId xmlns:a16="http://schemas.microsoft.com/office/drawing/2014/main" id="{2A1CBC49-B6BB-7332-A538-1EBE230BFD44}"/>
              </a:ext>
            </a:extLst>
          </p:cNvPr>
          <p:cNvCxnSpPr>
            <a:cxnSpLocks/>
          </p:cNvCxnSpPr>
          <p:nvPr/>
        </p:nvCxnSpPr>
        <p:spPr>
          <a:xfrm rot="10800000" flipV="1">
            <a:off x="141142" y="2709257"/>
            <a:ext cx="108000" cy="128894"/>
          </a:xfrm>
          <a:prstGeom prst="curved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675E6609-6BA2-811D-9CDC-E5C2AC0524DD}"/>
              </a:ext>
            </a:extLst>
          </p:cNvPr>
          <p:cNvSpPr/>
          <p:nvPr/>
        </p:nvSpPr>
        <p:spPr>
          <a:xfrm>
            <a:off x="287676" y="184934"/>
            <a:ext cx="1438200" cy="275037"/>
          </a:xfrm>
          <a:prstGeom prst="rect">
            <a:avLst/>
          </a:prstGeom>
          <a:solidFill>
            <a:srgbClr val="FDFD0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100" dirty="0">
                <a:solidFill>
                  <a:schemeClr val="tx1"/>
                </a:solidFill>
              </a:rPr>
              <a:t>Ejercicios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22F2761-5E94-C934-12BE-E258F33536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476" y="250452"/>
            <a:ext cx="144000" cy="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: esquina doblada 2">
            <a:extLst>
              <a:ext uri="{FF2B5EF4-FFF2-40B4-BE49-F238E27FC236}">
                <a16:creationId xmlns:a16="http://schemas.microsoft.com/office/drawing/2014/main" id="{57104A79-20C5-ECD2-2CF7-A17602544451}"/>
              </a:ext>
            </a:extLst>
          </p:cNvPr>
          <p:cNvSpPr/>
          <p:nvPr/>
        </p:nvSpPr>
        <p:spPr>
          <a:xfrm>
            <a:off x="1164673" y="-632573"/>
            <a:ext cx="1122406" cy="565614"/>
          </a:xfrm>
          <a:prstGeom prst="foldedCorner">
            <a:avLst>
              <a:gd name="adj" fmla="val 13681"/>
            </a:avLst>
          </a:prstGeom>
          <a:solidFill>
            <a:srgbClr val="FFE55D"/>
          </a:solidFill>
          <a:ln>
            <a:solidFill>
              <a:srgbClr val="7461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800" dirty="0">
                <a:solidFill>
                  <a:schemeClr val="tx1"/>
                </a:solidFill>
              </a:rPr>
              <a:t>Por ahora opcional (no sabemos si meteremos </a:t>
            </a:r>
            <a:r>
              <a:rPr lang="es-MX" sz="800" dirty="0" err="1">
                <a:solidFill>
                  <a:schemeClr val="tx1"/>
                </a:solidFill>
              </a:rPr>
              <a:t>configs</a:t>
            </a:r>
            <a:r>
              <a:rPr lang="es-MX" sz="800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5" name="Conector: curvado 4">
            <a:extLst>
              <a:ext uri="{FF2B5EF4-FFF2-40B4-BE49-F238E27FC236}">
                <a16:creationId xmlns:a16="http://schemas.microsoft.com/office/drawing/2014/main" id="{C85660BD-0303-47F6-A72E-36E284EAE9D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576476" y="44247"/>
            <a:ext cx="180000" cy="36000"/>
          </a:xfrm>
          <a:prstGeom prst="curved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3C57282D-D9C4-72AD-F038-8CAA63CC9EF2}"/>
              </a:ext>
            </a:extLst>
          </p:cNvPr>
          <p:cNvSpPr/>
          <p:nvPr/>
        </p:nvSpPr>
        <p:spPr>
          <a:xfrm>
            <a:off x="338076" y="728058"/>
            <a:ext cx="1335600" cy="49792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028" name="Picture 4" descr="317,500+ Gym Workout Male Stock Photos, Pictures &amp; Royalty-Free Images -  iStock">
            <a:extLst>
              <a:ext uri="{FF2B5EF4-FFF2-40B4-BE49-F238E27FC236}">
                <a16:creationId xmlns:a16="http://schemas.microsoft.com/office/drawing/2014/main" id="{035B607F-7BEC-451B-1855-A7D6413AB1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27" b="26307"/>
          <a:stretch/>
        </p:blipFill>
        <p:spPr bwMode="auto">
          <a:xfrm>
            <a:off x="383450" y="762537"/>
            <a:ext cx="428961" cy="428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B53FA595-5950-E4AD-4BF8-87AB102A3BBC}"/>
              </a:ext>
            </a:extLst>
          </p:cNvPr>
          <p:cNvSpPr/>
          <p:nvPr/>
        </p:nvSpPr>
        <p:spPr>
          <a:xfrm>
            <a:off x="812411" y="728056"/>
            <a:ext cx="861265" cy="21544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Burpees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215028E4-0F1F-D39E-8743-F77C55309126}"/>
              </a:ext>
            </a:extLst>
          </p:cNvPr>
          <p:cNvSpPr/>
          <p:nvPr/>
        </p:nvSpPr>
        <p:spPr>
          <a:xfrm>
            <a:off x="888876" y="1035205"/>
            <a:ext cx="331420" cy="111833"/>
          </a:xfrm>
          <a:prstGeom prst="roundRect">
            <a:avLst>
              <a:gd name="adj" fmla="val 4902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00" dirty="0">
                <a:solidFill>
                  <a:schemeClr val="tx1"/>
                </a:solidFill>
              </a:rPr>
              <a:t>Bíceps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0B8F77EA-4ABB-BDCE-7829-3D01E1BDDAB3}"/>
              </a:ext>
            </a:extLst>
          </p:cNvPr>
          <p:cNvSpPr/>
          <p:nvPr/>
        </p:nvSpPr>
        <p:spPr>
          <a:xfrm>
            <a:off x="1243042" y="1035205"/>
            <a:ext cx="369433" cy="111833"/>
          </a:xfrm>
          <a:prstGeom prst="roundRect">
            <a:avLst>
              <a:gd name="adj" fmla="val 4902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00" dirty="0">
                <a:solidFill>
                  <a:schemeClr val="tx1"/>
                </a:solidFill>
              </a:rPr>
              <a:t>Tríceps</a:t>
            </a:r>
          </a:p>
        </p:txBody>
      </p:sp>
      <p:pic>
        <p:nvPicPr>
          <p:cNvPr id="1030" name="Picture 6" descr="8,751 3 Dot Icon Stock Vectors and Vector Art | Shutterstock">
            <a:extLst>
              <a:ext uri="{FF2B5EF4-FFF2-40B4-BE49-F238E27FC236}">
                <a16:creationId xmlns:a16="http://schemas.microsoft.com/office/drawing/2014/main" id="{25F83E41-62AB-EEF2-BB43-79BAB00F3B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93" t="13957" r="34741" b="17222"/>
          <a:stretch/>
        </p:blipFill>
        <p:spPr bwMode="auto">
          <a:xfrm>
            <a:off x="1576476" y="756312"/>
            <a:ext cx="36000" cy="86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9C1FDE65-38FC-0E41-CCA1-E2D73848E7B3}"/>
              </a:ext>
            </a:extLst>
          </p:cNvPr>
          <p:cNvSpPr/>
          <p:nvPr/>
        </p:nvSpPr>
        <p:spPr>
          <a:xfrm>
            <a:off x="341676" y="514134"/>
            <a:ext cx="1324800" cy="148299"/>
          </a:xfrm>
          <a:prstGeom prst="roundRect">
            <a:avLst>
              <a:gd name="adj" fmla="val 48990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21" name="Picture 8" descr="Search Icon Vectores, Iconos, Gráficos y Fondos para Descargar Gratis">
            <a:extLst>
              <a:ext uri="{FF2B5EF4-FFF2-40B4-BE49-F238E27FC236}">
                <a16:creationId xmlns:a16="http://schemas.microsoft.com/office/drawing/2014/main" id="{2CD2CF7E-09F4-9D81-800F-502923C32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0758" y="514134"/>
            <a:ext cx="137548" cy="137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0B6BCAE4-CB07-267F-E32E-120AF6059AE6}"/>
              </a:ext>
            </a:extLst>
          </p:cNvPr>
          <p:cNvSpPr/>
          <p:nvPr/>
        </p:nvSpPr>
        <p:spPr>
          <a:xfrm>
            <a:off x="337634" y="1314302"/>
            <a:ext cx="1335600" cy="49792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23" name="Picture 4" descr="317,500+ Gym Workout Male Stock Photos, Pictures &amp; Royalty-Free Images -  iStock">
            <a:extLst>
              <a:ext uri="{FF2B5EF4-FFF2-40B4-BE49-F238E27FC236}">
                <a16:creationId xmlns:a16="http://schemas.microsoft.com/office/drawing/2014/main" id="{761B0986-BD39-D804-227D-0692C51407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27" b="26307"/>
          <a:stretch/>
        </p:blipFill>
        <p:spPr bwMode="auto">
          <a:xfrm>
            <a:off x="383008" y="1348781"/>
            <a:ext cx="428961" cy="428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ángulo 23">
            <a:extLst>
              <a:ext uri="{FF2B5EF4-FFF2-40B4-BE49-F238E27FC236}">
                <a16:creationId xmlns:a16="http://schemas.microsoft.com/office/drawing/2014/main" id="{B3CAB5B2-D04A-C772-648F-2719520B9970}"/>
              </a:ext>
            </a:extLst>
          </p:cNvPr>
          <p:cNvSpPr/>
          <p:nvPr/>
        </p:nvSpPr>
        <p:spPr>
          <a:xfrm>
            <a:off x="811969" y="1314300"/>
            <a:ext cx="861265" cy="21544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Burpees</a:t>
            </a: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10D7A216-0650-BF25-A7DE-C63B99C33D02}"/>
              </a:ext>
            </a:extLst>
          </p:cNvPr>
          <p:cNvSpPr/>
          <p:nvPr/>
        </p:nvSpPr>
        <p:spPr>
          <a:xfrm>
            <a:off x="888434" y="1621449"/>
            <a:ext cx="331420" cy="111833"/>
          </a:xfrm>
          <a:prstGeom prst="roundRect">
            <a:avLst>
              <a:gd name="adj" fmla="val 4902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00" dirty="0">
                <a:solidFill>
                  <a:schemeClr val="tx1"/>
                </a:solidFill>
              </a:rPr>
              <a:t>Bíceps</a:t>
            </a:r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D3E05E7C-80A3-5006-D35B-C1C68700E0FA}"/>
              </a:ext>
            </a:extLst>
          </p:cNvPr>
          <p:cNvSpPr/>
          <p:nvPr/>
        </p:nvSpPr>
        <p:spPr>
          <a:xfrm>
            <a:off x="1242600" y="1621449"/>
            <a:ext cx="369433" cy="111833"/>
          </a:xfrm>
          <a:prstGeom prst="roundRect">
            <a:avLst>
              <a:gd name="adj" fmla="val 4902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00" dirty="0">
                <a:solidFill>
                  <a:schemeClr val="tx1"/>
                </a:solidFill>
              </a:rPr>
              <a:t>Tríceps</a:t>
            </a:r>
          </a:p>
        </p:txBody>
      </p:sp>
      <p:pic>
        <p:nvPicPr>
          <p:cNvPr id="27" name="Picture 6" descr="8,751 3 Dot Icon Stock Vectors and Vector Art | Shutterstock">
            <a:extLst>
              <a:ext uri="{FF2B5EF4-FFF2-40B4-BE49-F238E27FC236}">
                <a16:creationId xmlns:a16="http://schemas.microsoft.com/office/drawing/2014/main" id="{850F74D3-9964-A3E9-5454-9C700770F1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93" t="13957" r="34741" b="17222"/>
          <a:stretch/>
        </p:blipFill>
        <p:spPr bwMode="auto">
          <a:xfrm>
            <a:off x="1576034" y="1342556"/>
            <a:ext cx="36000" cy="86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A8465781-F31B-AFEF-C39F-61E0C13E826D}"/>
              </a:ext>
            </a:extLst>
          </p:cNvPr>
          <p:cNvSpPr/>
          <p:nvPr/>
        </p:nvSpPr>
        <p:spPr>
          <a:xfrm>
            <a:off x="337634" y="1898307"/>
            <a:ext cx="1335600" cy="49792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29" name="Picture 4" descr="317,500+ Gym Workout Male Stock Photos, Pictures &amp; Royalty-Free Images -  iStock">
            <a:extLst>
              <a:ext uri="{FF2B5EF4-FFF2-40B4-BE49-F238E27FC236}">
                <a16:creationId xmlns:a16="http://schemas.microsoft.com/office/drawing/2014/main" id="{F75A70F9-07BE-3350-6667-D158A67BBC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27" b="26307"/>
          <a:stretch/>
        </p:blipFill>
        <p:spPr bwMode="auto">
          <a:xfrm>
            <a:off x="383008" y="1932786"/>
            <a:ext cx="428961" cy="428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Rectángulo 29">
            <a:extLst>
              <a:ext uri="{FF2B5EF4-FFF2-40B4-BE49-F238E27FC236}">
                <a16:creationId xmlns:a16="http://schemas.microsoft.com/office/drawing/2014/main" id="{3E340C39-71F3-EC07-74E7-788FAA3CF1CC}"/>
              </a:ext>
            </a:extLst>
          </p:cNvPr>
          <p:cNvSpPr/>
          <p:nvPr/>
        </p:nvSpPr>
        <p:spPr>
          <a:xfrm>
            <a:off x="811969" y="1898305"/>
            <a:ext cx="861265" cy="21544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Burpees</a:t>
            </a: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7D06156C-A27C-7F5E-ED06-B2E0F7313FDB}"/>
              </a:ext>
            </a:extLst>
          </p:cNvPr>
          <p:cNvSpPr/>
          <p:nvPr/>
        </p:nvSpPr>
        <p:spPr>
          <a:xfrm>
            <a:off x="888434" y="2205454"/>
            <a:ext cx="331420" cy="111833"/>
          </a:xfrm>
          <a:prstGeom prst="roundRect">
            <a:avLst>
              <a:gd name="adj" fmla="val 4902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00" dirty="0">
                <a:solidFill>
                  <a:schemeClr val="tx1"/>
                </a:solidFill>
              </a:rPr>
              <a:t>Bíceps</a:t>
            </a: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1263B1F0-CCD1-F17F-DBDA-D2FD7817B1A2}"/>
              </a:ext>
            </a:extLst>
          </p:cNvPr>
          <p:cNvSpPr/>
          <p:nvPr/>
        </p:nvSpPr>
        <p:spPr>
          <a:xfrm>
            <a:off x="1242600" y="2205454"/>
            <a:ext cx="369433" cy="111833"/>
          </a:xfrm>
          <a:prstGeom prst="roundRect">
            <a:avLst>
              <a:gd name="adj" fmla="val 4902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00" dirty="0">
                <a:solidFill>
                  <a:schemeClr val="tx1"/>
                </a:solidFill>
              </a:rPr>
              <a:t>Tríceps</a:t>
            </a:r>
          </a:p>
        </p:txBody>
      </p:sp>
      <p:pic>
        <p:nvPicPr>
          <p:cNvPr id="33" name="Picture 6" descr="8,751 3 Dot Icon Stock Vectors and Vector Art | Shutterstock">
            <a:extLst>
              <a:ext uri="{FF2B5EF4-FFF2-40B4-BE49-F238E27FC236}">
                <a16:creationId xmlns:a16="http://schemas.microsoft.com/office/drawing/2014/main" id="{C2CC184B-8E22-DFE1-3BD4-3EEF2CB62D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93" t="13957" r="34741" b="17222"/>
          <a:stretch/>
        </p:blipFill>
        <p:spPr bwMode="auto">
          <a:xfrm>
            <a:off x="1576034" y="1926561"/>
            <a:ext cx="36000" cy="86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Rectángulo 33">
            <a:extLst>
              <a:ext uri="{FF2B5EF4-FFF2-40B4-BE49-F238E27FC236}">
                <a16:creationId xmlns:a16="http://schemas.microsoft.com/office/drawing/2014/main" id="{52DE0DC6-9081-DBF8-D2FA-96A5AE5C5C26}"/>
              </a:ext>
            </a:extLst>
          </p:cNvPr>
          <p:cNvSpPr/>
          <p:nvPr/>
        </p:nvSpPr>
        <p:spPr>
          <a:xfrm>
            <a:off x="285877" y="2198223"/>
            <a:ext cx="1440000" cy="147293"/>
          </a:xfrm>
          <a:prstGeom prst="rect">
            <a:avLst/>
          </a:prstGeom>
          <a:gradFill flip="none" rotWithShape="1">
            <a:gsLst>
              <a:gs pos="15000">
                <a:schemeClr val="accent1">
                  <a:lumMod val="5000"/>
                  <a:lumOff val="95000"/>
                </a:schemeClr>
              </a:gs>
              <a:gs pos="100000">
                <a:schemeClr val="bg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6154F55-BDD4-DA4F-3BA8-32FD516754FC}"/>
              </a:ext>
            </a:extLst>
          </p:cNvPr>
          <p:cNvSpPr/>
          <p:nvPr/>
        </p:nvSpPr>
        <p:spPr>
          <a:xfrm>
            <a:off x="287676" y="2354516"/>
            <a:ext cx="478800" cy="390418"/>
          </a:xfrm>
          <a:prstGeom prst="rect">
            <a:avLst/>
          </a:prstGeom>
          <a:solidFill>
            <a:srgbClr val="FDFD0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31D78E9-B22A-CF96-ECE8-531AD973BD16}"/>
              </a:ext>
            </a:extLst>
          </p:cNvPr>
          <p:cNvSpPr/>
          <p:nvPr/>
        </p:nvSpPr>
        <p:spPr>
          <a:xfrm>
            <a:off x="1247076" y="2354516"/>
            <a:ext cx="478800" cy="390418"/>
          </a:xfrm>
          <a:prstGeom prst="rect">
            <a:avLst/>
          </a:prstGeom>
          <a:solidFill>
            <a:srgbClr val="FDFD0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507F6C4-154F-A3ED-73A6-A7C6BE138561}"/>
              </a:ext>
            </a:extLst>
          </p:cNvPr>
          <p:cNvSpPr/>
          <p:nvPr/>
        </p:nvSpPr>
        <p:spPr>
          <a:xfrm>
            <a:off x="766476" y="2354516"/>
            <a:ext cx="478800" cy="390418"/>
          </a:xfrm>
          <a:prstGeom prst="rect">
            <a:avLst/>
          </a:prstGeom>
          <a:solidFill>
            <a:srgbClr val="FDFD0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1" name="Picture 4" descr="Dumbbell Vector Art, Icons, and Graphics for Free Download">
            <a:extLst>
              <a:ext uri="{FF2B5EF4-FFF2-40B4-BE49-F238E27FC236}">
                <a16:creationId xmlns:a16="http://schemas.microsoft.com/office/drawing/2014/main" id="{551018D2-6DC5-8B5E-1195-143A305C1A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59" t="25028" r="24927" b="22880"/>
          <a:stretch/>
        </p:blipFill>
        <p:spPr bwMode="auto">
          <a:xfrm>
            <a:off x="348876" y="2440600"/>
            <a:ext cx="360000" cy="21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Notebook Vector SVG Icon (243) - SVG Repo">
            <a:extLst>
              <a:ext uri="{FF2B5EF4-FFF2-40B4-BE49-F238E27FC236}">
                <a16:creationId xmlns:a16="http://schemas.microsoft.com/office/drawing/2014/main" id="{EA373C72-A984-3A77-D573-C5630751CC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876" y="2432725"/>
            <a:ext cx="234000" cy="23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Monthly calendar - Free icons">
            <a:extLst>
              <a:ext uri="{FF2B5EF4-FFF2-40B4-BE49-F238E27FC236}">
                <a16:creationId xmlns:a16="http://schemas.microsoft.com/office/drawing/2014/main" id="{0F5F88D4-B967-7188-BDC0-D6197913C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0476" y="2423725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3635C891-EE32-0E65-3260-E6C72929CE94}"/>
              </a:ext>
            </a:extLst>
          </p:cNvPr>
          <p:cNvSpPr>
            <a:spLocks noChangeAspect="1"/>
          </p:cNvSpPr>
          <p:nvPr/>
        </p:nvSpPr>
        <p:spPr>
          <a:xfrm>
            <a:off x="287676" y="184934"/>
            <a:ext cx="1440000" cy="25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5" name="Conector: curvado 34">
            <a:extLst>
              <a:ext uri="{FF2B5EF4-FFF2-40B4-BE49-F238E27FC236}">
                <a16:creationId xmlns:a16="http://schemas.microsoft.com/office/drawing/2014/main" id="{5C02BC96-EA0C-8502-A046-A1290F3E3A6F}"/>
              </a:ext>
            </a:extLst>
          </p:cNvPr>
          <p:cNvCxnSpPr>
            <a:cxnSpLocks/>
          </p:cNvCxnSpPr>
          <p:nvPr/>
        </p:nvCxnSpPr>
        <p:spPr>
          <a:xfrm>
            <a:off x="1800876" y="587829"/>
            <a:ext cx="183673" cy="12700"/>
          </a:xfrm>
          <a:prstGeom prst="curved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ángulo 38">
            <a:extLst>
              <a:ext uri="{FF2B5EF4-FFF2-40B4-BE49-F238E27FC236}">
                <a16:creationId xmlns:a16="http://schemas.microsoft.com/office/drawing/2014/main" id="{C1C403C4-FCC2-0823-E7DC-98779BC4F840}"/>
              </a:ext>
            </a:extLst>
          </p:cNvPr>
          <p:cNvSpPr/>
          <p:nvPr/>
        </p:nvSpPr>
        <p:spPr>
          <a:xfrm>
            <a:off x="2099318" y="184934"/>
            <a:ext cx="1438200" cy="275037"/>
          </a:xfrm>
          <a:prstGeom prst="rect">
            <a:avLst/>
          </a:prstGeom>
          <a:solidFill>
            <a:srgbClr val="FDFD0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100" dirty="0">
                <a:solidFill>
                  <a:schemeClr val="tx1"/>
                </a:solidFill>
              </a:rPr>
              <a:t>Ejercicios</a:t>
            </a:r>
          </a:p>
        </p:txBody>
      </p:sp>
      <p:pic>
        <p:nvPicPr>
          <p:cNvPr id="40" name="Picture 2">
            <a:extLst>
              <a:ext uri="{FF2B5EF4-FFF2-40B4-BE49-F238E27FC236}">
                <a16:creationId xmlns:a16="http://schemas.microsoft.com/office/drawing/2014/main" id="{91C61895-2B86-0178-FD30-50A11210DC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118" y="250452"/>
            <a:ext cx="144000" cy="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Rectángulo: esquinas redondeadas 40">
            <a:extLst>
              <a:ext uri="{FF2B5EF4-FFF2-40B4-BE49-F238E27FC236}">
                <a16:creationId xmlns:a16="http://schemas.microsoft.com/office/drawing/2014/main" id="{1AD8245D-B6D8-7672-63FE-79A1E5B1EAE7}"/>
              </a:ext>
            </a:extLst>
          </p:cNvPr>
          <p:cNvSpPr/>
          <p:nvPr/>
        </p:nvSpPr>
        <p:spPr>
          <a:xfrm>
            <a:off x="2149718" y="728058"/>
            <a:ext cx="1335600" cy="49792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42" name="Picture 4" descr="317,500+ Gym Workout Male Stock Photos, Pictures &amp; Royalty-Free Images -  iStock">
            <a:extLst>
              <a:ext uri="{FF2B5EF4-FFF2-40B4-BE49-F238E27FC236}">
                <a16:creationId xmlns:a16="http://schemas.microsoft.com/office/drawing/2014/main" id="{3BFCFE2C-4FE7-884B-7139-73EE8C61E7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27" b="26307"/>
          <a:stretch/>
        </p:blipFill>
        <p:spPr bwMode="auto">
          <a:xfrm>
            <a:off x="2195092" y="762537"/>
            <a:ext cx="428961" cy="428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Rectángulo 42">
            <a:extLst>
              <a:ext uri="{FF2B5EF4-FFF2-40B4-BE49-F238E27FC236}">
                <a16:creationId xmlns:a16="http://schemas.microsoft.com/office/drawing/2014/main" id="{C9A9A48E-787C-B6A9-109D-4DF381C0A5D6}"/>
              </a:ext>
            </a:extLst>
          </p:cNvPr>
          <p:cNvSpPr/>
          <p:nvPr/>
        </p:nvSpPr>
        <p:spPr>
          <a:xfrm>
            <a:off x="2624053" y="728056"/>
            <a:ext cx="861265" cy="21544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Burpees</a:t>
            </a:r>
          </a:p>
        </p:txBody>
      </p:sp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23EC32DE-025D-768C-B9A4-4946B013D96B}"/>
              </a:ext>
            </a:extLst>
          </p:cNvPr>
          <p:cNvSpPr/>
          <p:nvPr/>
        </p:nvSpPr>
        <p:spPr>
          <a:xfrm>
            <a:off x="2700518" y="1035205"/>
            <a:ext cx="331420" cy="111833"/>
          </a:xfrm>
          <a:prstGeom prst="roundRect">
            <a:avLst>
              <a:gd name="adj" fmla="val 4902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00" dirty="0">
                <a:solidFill>
                  <a:schemeClr val="tx1"/>
                </a:solidFill>
              </a:rPr>
              <a:t>Bíceps</a:t>
            </a:r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C9D18E7E-E964-005C-0FF1-1EE77D9643EB}"/>
              </a:ext>
            </a:extLst>
          </p:cNvPr>
          <p:cNvSpPr/>
          <p:nvPr/>
        </p:nvSpPr>
        <p:spPr>
          <a:xfrm>
            <a:off x="3054684" y="1035205"/>
            <a:ext cx="369433" cy="111833"/>
          </a:xfrm>
          <a:prstGeom prst="roundRect">
            <a:avLst>
              <a:gd name="adj" fmla="val 4902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00" dirty="0">
                <a:solidFill>
                  <a:schemeClr val="tx1"/>
                </a:solidFill>
              </a:rPr>
              <a:t>Tríceps</a:t>
            </a:r>
          </a:p>
        </p:txBody>
      </p:sp>
      <p:pic>
        <p:nvPicPr>
          <p:cNvPr id="46" name="Picture 6" descr="8,751 3 Dot Icon Stock Vectors and Vector Art | Shutterstock">
            <a:extLst>
              <a:ext uri="{FF2B5EF4-FFF2-40B4-BE49-F238E27FC236}">
                <a16:creationId xmlns:a16="http://schemas.microsoft.com/office/drawing/2014/main" id="{A0223DF7-6284-0FB4-98BD-27A20F0236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93" t="13957" r="34741" b="17222"/>
          <a:stretch/>
        </p:blipFill>
        <p:spPr bwMode="auto">
          <a:xfrm>
            <a:off x="3388118" y="756312"/>
            <a:ext cx="36000" cy="86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Rectángulo: esquinas redondeadas 46">
            <a:extLst>
              <a:ext uri="{FF2B5EF4-FFF2-40B4-BE49-F238E27FC236}">
                <a16:creationId xmlns:a16="http://schemas.microsoft.com/office/drawing/2014/main" id="{F0EC8ABC-37B1-8B54-2F74-8374C0524BC0}"/>
              </a:ext>
            </a:extLst>
          </p:cNvPr>
          <p:cNvSpPr/>
          <p:nvPr/>
        </p:nvSpPr>
        <p:spPr>
          <a:xfrm>
            <a:off x="2153318" y="514134"/>
            <a:ext cx="1324800" cy="148299"/>
          </a:xfrm>
          <a:prstGeom prst="roundRect">
            <a:avLst>
              <a:gd name="adj" fmla="val 48990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48" name="Picture 8" descr="Search Icon Vectores, Iconos, Gráficos y Fondos para Descargar Gratis">
            <a:extLst>
              <a:ext uri="{FF2B5EF4-FFF2-40B4-BE49-F238E27FC236}">
                <a16:creationId xmlns:a16="http://schemas.microsoft.com/office/drawing/2014/main" id="{FC8971A9-14C2-C786-E035-B536F999CF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2400" y="514134"/>
            <a:ext cx="137548" cy="137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Rectángulo: esquinas redondeadas 48">
            <a:extLst>
              <a:ext uri="{FF2B5EF4-FFF2-40B4-BE49-F238E27FC236}">
                <a16:creationId xmlns:a16="http://schemas.microsoft.com/office/drawing/2014/main" id="{31B156F8-9AA1-CCBF-996F-AF043BBF0465}"/>
              </a:ext>
            </a:extLst>
          </p:cNvPr>
          <p:cNvSpPr/>
          <p:nvPr/>
        </p:nvSpPr>
        <p:spPr>
          <a:xfrm>
            <a:off x="2149276" y="1314302"/>
            <a:ext cx="1335600" cy="49792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0" name="Picture 4" descr="317,500+ Gym Workout Male Stock Photos, Pictures &amp; Royalty-Free Images -  iStock">
            <a:extLst>
              <a:ext uri="{FF2B5EF4-FFF2-40B4-BE49-F238E27FC236}">
                <a16:creationId xmlns:a16="http://schemas.microsoft.com/office/drawing/2014/main" id="{C9A021CA-A34E-2F0D-257C-E918E0ABD6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27" b="26307"/>
          <a:stretch/>
        </p:blipFill>
        <p:spPr bwMode="auto">
          <a:xfrm>
            <a:off x="2194650" y="1348781"/>
            <a:ext cx="428961" cy="428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Rectángulo 50">
            <a:extLst>
              <a:ext uri="{FF2B5EF4-FFF2-40B4-BE49-F238E27FC236}">
                <a16:creationId xmlns:a16="http://schemas.microsoft.com/office/drawing/2014/main" id="{CC05C8BF-7977-3DD7-82A0-C4F00E183605}"/>
              </a:ext>
            </a:extLst>
          </p:cNvPr>
          <p:cNvSpPr/>
          <p:nvPr/>
        </p:nvSpPr>
        <p:spPr>
          <a:xfrm>
            <a:off x="2623611" y="1254012"/>
            <a:ext cx="861265" cy="21544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Burpees</a:t>
            </a:r>
          </a:p>
        </p:txBody>
      </p:sp>
      <p:sp>
        <p:nvSpPr>
          <p:cNvPr id="52" name="Rectángulo: esquinas redondeadas 51">
            <a:extLst>
              <a:ext uri="{FF2B5EF4-FFF2-40B4-BE49-F238E27FC236}">
                <a16:creationId xmlns:a16="http://schemas.microsoft.com/office/drawing/2014/main" id="{EB27F33E-B062-8F07-5596-F3D06141DC32}"/>
              </a:ext>
            </a:extLst>
          </p:cNvPr>
          <p:cNvSpPr/>
          <p:nvPr/>
        </p:nvSpPr>
        <p:spPr>
          <a:xfrm>
            <a:off x="2700076" y="1621449"/>
            <a:ext cx="331420" cy="111833"/>
          </a:xfrm>
          <a:prstGeom prst="roundRect">
            <a:avLst>
              <a:gd name="adj" fmla="val 4902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00" dirty="0">
                <a:solidFill>
                  <a:schemeClr val="tx1"/>
                </a:solidFill>
              </a:rPr>
              <a:t>Bíceps</a:t>
            </a:r>
          </a:p>
        </p:txBody>
      </p: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A42D8C86-7DB4-E329-AE1F-7A1832A12121}"/>
              </a:ext>
            </a:extLst>
          </p:cNvPr>
          <p:cNvSpPr/>
          <p:nvPr/>
        </p:nvSpPr>
        <p:spPr>
          <a:xfrm>
            <a:off x="3054242" y="1621449"/>
            <a:ext cx="369433" cy="111833"/>
          </a:xfrm>
          <a:prstGeom prst="roundRect">
            <a:avLst>
              <a:gd name="adj" fmla="val 4902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00" dirty="0">
                <a:solidFill>
                  <a:schemeClr val="tx1"/>
                </a:solidFill>
              </a:rPr>
              <a:t>Tríceps</a:t>
            </a:r>
          </a:p>
        </p:txBody>
      </p:sp>
      <p:pic>
        <p:nvPicPr>
          <p:cNvPr id="54" name="Picture 6" descr="8,751 3 Dot Icon Stock Vectors and Vector Art | Shutterstock">
            <a:extLst>
              <a:ext uri="{FF2B5EF4-FFF2-40B4-BE49-F238E27FC236}">
                <a16:creationId xmlns:a16="http://schemas.microsoft.com/office/drawing/2014/main" id="{6331CAC8-7BE1-373B-ED5E-DA14F4367C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93" t="13957" r="34741" b="17222"/>
          <a:stretch/>
        </p:blipFill>
        <p:spPr bwMode="auto">
          <a:xfrm>
            <a:off x="3387676" y="1282268"/>
            <a:ext cx="36000" cy="86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Rectángulo: esquinas redondeadas 54">
            <a:extLst>
              <a:ext uri="{FF2B5EF4-FFF2-40B4-BE49-F238E27FC236}">
                <a16:creationId xmlns:a16="http://schemas.microsoft.com/office/drawing/2014/main" id="{0D21B63C-8637-F783-AD28-276B33ACF5F3}"/>
              </a:ext>
            </a:extLst>
          </p:cNvPr>
          <p:cNvSpPr/>
          <p:nvPr/>
        </p:nvSpPr>
        <p:spPr>
          <a:xfrm>
            <a:off x="2149276" y="1898307"/>
            <a:ext cx="1335600" cy="49792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6" name="Picture 4" descr="317,500+ Gym Workout Male Stock Photos, Pictures &amp; Royalty-Free Images -  iStock">
            <a:extLst>
              <a:ext uri="{FF2B5EF4-FFF2-40B4-BE49-F238E27FC236}">
                <a16:creationId xmlns:a16="http://schemas.microsoft.com/office/drawing/2014/main" id="{08A4C353-14FF-8394-7336-9E5C64C4D8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27" b="26307"/>
          <a:stretch/>
        </p:blipFill>
        <p:spPr bwMode="auto">
          <a:xfrm>
            <a:off x="2194650" y="1932786"/>
            <a:ext cx="428961" cy="428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Rectángulo 56">
            <a:extLst>
              <a:ext uri="{FF2B5EF4-FFF2-40B4-BE49-F238E27FC236}">
                <a16:creationId xmlns:a16="http://schemas.microsoft.com/office/drawing/2014/main" id="{221AA757-C0C2-21F3-DD9B-E3601A3A0E4B}"/>
              </a:ext>
            </a:extLst>
          </p:cNvPr>
          <p:cNvSpPr/>
          <p:nvPr/>
        </p:nvSpPr>
        <p:spPr>
          <a:xfrm>
            <a:off x="2623611" y="1898305"/>
            <a:ext cx="861265" cy="21544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Burpees</a:t>
            </a:r>
          </a:p>
        </p:txBody>
      </p:sp>
      <p:sp>
        <p:nvSpPr>
          <p:cNvPr id="58" name="Rectángulo: esquinas redondeadas 57">
            <a:extLst>
              <a:ext uri="{FF2B5EF4-FFF2-40B4-BE49-F238E27FC236}">
                <a16:creationId xmlns:a16="http://schemas.microsoft.com/office/drawing/2014/main" id="{CA179D42-818F-EDB6-E7C1-36C2B8E339E5}"/>
              </a:ext>
            </a:extLst>
          </p:cNvPr>
          <p:cNvSpPr/>
          <p:nvPr/>
        </p:nvSpPr>
        <p:spPr>
          <a:xfrm>
            <a:off x="2700076" y="2205454"/>
            <a:ext cx="331420" cy="111833"/>
          </a:xfrm>
          <a:prstGeom prst="roundRect">
            <a:avLst>
              <a:gd name="adj" fmla="val 4902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00" dirty="0">
                <a:solidFill>
                  <a:schemeClr val="tx1"/>
                </a:solidFill>
              </a:rPr>
              <a:t>Bíceps</a:t>
            </a:r>
          </a:p>
        </p:txBody>
      </p:sp>
      <p:sp>
        <p:nvSpPr>
          <p:cNvPr id="59" name="Rectángulo: esquinas redondeadas 58">
            <a:extLst>
              <a:ext uri="{FF2B5EF4-FFF2-40B4-BE49-F238E27FC236}">
                <a16:creationId xmlns:a16="http://schemas.microsoft.com/office/drawing/2014/main" id="{879EE31E-99CC-92F6-194D-E507D3AF1779}"/>
              </a:ext>
            </a:extLst>
          </p:cNvPr>
          <p:cNvSpPr/>
          <p:nvPr/>
        </p:nvSpPr>
        <p:spPr>
          <a:xfrm>
            <a:off x="3054242" y="2205454"/>
            <a:ext cx="369433" cy="111833"/>
          </a:xfrm>
          <a:prstGeom prst="roundRect">
            <a:avLst>
              <a:gd name="adj" fmla="val 4902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00" dirty="0">
                <a:solidFill>
                  <a:schemeClr val="tx1"/>
                </a:solidFill>
              </a:rPr>
              <a:t>Tríceps</a:t>
            </a:r>
          </a:p>
        </p:txBody>
      </p:sp>
      <p:pic>
        <p:nvPicPr>
          <p:cNvPr id="60" name="Picture 6" descr="8,751 3 Dot Icon Stock Vectors and Vector Art | Shutterstock">
            <a:extLst>
              <a:ext uri="{FF2B5EF4-FFF2-40B4-BE49-F238E27FC236}">
                <a16:creationId xmlns:a16="http://schemas.microsoft.com/office/drawing/2014/main" id="{C37A9561-03B2-9AEE-F4EE-91221EF80A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93" t="13957" r="34741" b="17222"/>
          <a:stretch/>
        </p:blipFill>
        <p:spPr bwMode="auto">
          <a:xfrm>
            <a:off x="3387676" y="1926561"/>
            <a:ext cx="36000" cy="86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Rectángulo 60">
            <a:extLst>
              <a:ext uri="{FF2B5EF4-FFF2-40B4-BE49-F238E27FC236}">
                <a16:creationId xmlns:a16="http://schemas.microsoft.com/office/drawing/2014/main" id="{CB437BD7-8407-44FF-7B40-90F1323EE1C8}"/>
              </a:ext>
            </a:extLst>
          </p:cNvPr>
          <p:cNvSpPr/>
          <p:nvPr/>
        </p:nvSpPr>
        <p:spPr>
          <a:xfrm>
            <a:off x="2097519" y="2198223"/>
            <a:ext cx="1440000" cy="147293"/>
          </a:xfrm>
          <a:prstGeom prst="rect">
            <a:avLst/>
          </a:prstGeom>
          <a:gradFill flip="none" rotWithShape="1">
            <a:gsLst>
              <a:gs pos="15000">
                <a:schemeClr val="accent1">
                  <a:lumMod val="5000"/>
                  <a:lumOff val="95000"/>
                </a:schemeClr>
              </a:gs>
              <a:gs pos="100000">
                <a:schemeClr val="bg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0F9BD5A5-2B2C-1616-E23B-5DA84F5AFB72}"/>
              </a:ext>
            </a:extLst>
          </p:cNvPr>
          <p:cNvSpPr/>
          <p:nvPr/>
        </p:nvSpPr>
        <p:spPr>
          <a:xfrm>
            <a:off x="2099318" y="2354516"/>
            <a:ext cx="478800" cy="390418"/>
          </a:xfrm>
          <a:prstGeom prst="rect">
            <a:avLst/>
          </a:prstGeom>
          <a:solidFill>
            <a:srgbClr val="FDFD0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710ECF10-4996-79EE-8C7C-E4900A5B54D4}"/>
              </a:ext>
            </a:extLst>
          </p:cNvPr>
          <p:cNvSpPr/>
          <p:nvPr/>
        </p:nvSpPr>
        <p:spPr>
          <a:xfrm>
            <a:off x="3058718" y="2354516"/>
            <a:ext cx="478800" cy="390418"/>
          </a:xfrm>
          <a:prstGeom prst="rect">
            <a:avLst/>
          </a:prstGeom>
          <a:solidFill>
            <a:srgbClr val="FDFD0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24" name="Rectángulo 1023">
            <a:extLst>
              <a:ext uri="{FF2B5EF4-FFF2-40B4-BE49-F238E27FC236}">
                <a16:creationId xmlns:a16="http://schemas.microsoft.com/office/drawing/2014/main" id="{21317433-3BB6-86EB-CE5B-3C7B1E2A4323}"/>
              </a:ext>
            </a:extLst>
          </p:cNvPr>
          <p:cNvSpPr/>
          <p:nvPr/>
        </p:nvSpPr>
        <p:spPr>
          <a:xfrm>
            <a:off x="2578118" y="2354516"/>
            <a:ext cx="478800" cy="390418"/>
          </a:xfrm>
          <a:prstGeom prst="rect">
            <a:avLst/>
          </a:prstGeom>
          <a:solidFill>
            <a:srgbClr val="FDFD0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025" name="Picture 4" descr="Dumbbell Vector Art, Icons, and Graphics for Free Download">
            <a:extLst>
              <a:ext uri="{FF2B5EF4-FFF2-40B4-BE49-F238E27FC236}">
                <a16:creationId xmlns:a16="http://schemas.microsoft.com/office/drawing/2014/main" id="{9B72C904-3D3D-7456-ABF8-764EA896D2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59" t="25028" r="24927" b="22880"/>
          <a:stretch/>
        </p:blipFill>
        <p:spPr bwMode="auto">
          <a:xfrm>
            <a:off x="2160518" y="2440600"/>
            <a:ext cx="360000" cy="21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8" descr="Notebook Vector SVG Icon (243) - SVG Repo">
            <a:extLst>
              <a:ext uri="{FF2B5EF4-FFF2-40B4-BE49-F238E27FC236}">
                <a16:creationId xmlns:a16="http://schemas.microsoft.com/office/drawing/2014/main" id="{7DDAE515-DE82-2DB8-D8F5-B45F378775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518" y="2432725"/>
            <a:ext cx="234000" cy="23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12" descr="Monthly calendar - Free icons">
            <a:extLst>
              <a:ext uri="{FF2B5EF4-FFF2-40B4-BE49-F238E27FC236}">
                <a16:creationId xmlns:a16="http://schemas.microsoft.com/office/drawing/2014/main" id="{78E9D71B-CEBE-02A7-6329-71F893CED5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2118" y="2423725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1" name="Rectángulo 1030">
            <a:extLst>
              <a:ext uri="{FF2B5EF4-FFF2-40B4-BE49-F238E27FC236}">
                <a16:creationId xmlns:a16="http://schemas.microsoft.com/office/drawing/2014/main" id="{EC987DBA-D47D-E24E-06B8-3FBA123D95C0}"/>
              </a:ext>
            </a:extLst>
          </p:cNvPr>
          <p:cNvSpPr>
            <a:spLocks noChangeAspect="1"/>
          </p:cNvSpPr>
          <p:nvPr/>
        </p:nvSpPr>
        <p:spPr>
          <a:xfrm>
            <a:off x="2099318" y="184934"/>
            <a:ext cx="1440000" cy="2560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34" name="Rectángulo: esquinas redondeadas 1033">
            <a:extLst>
              <a:ext uri="{FF2B5EF4-FFF2-40B4-BE49-F238E27FC236}">
                <a16:creationId xmlns:a16="http://schemas.microsoft.com/office/drawing/2014/main" id="{302B032B-720B-B075-C4E2-B376DE70BD3D}"/>
              </a:ext>
            </a:extLst>
          </p:cNvPr>
          <p:cNvSpPr/>
          <p:nvPr/>
        </p:nvSpPr>
        <p:spPr>
          <a:xfrm>
            <a:off x="2109344" y="842770"/>
            <a:ext cx="1428174" cy="1902164"/>
          </a:xfrm>
          <a:prstGeom prst="roundRect">
            <a:avLst>
              <a:gd name="adj" fmla="val 1033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35" name="Rectángulo 1034">
            <a:extLst>
              <a:ext uri="{FF2B5EF4-FFF2-40B4-BE49-F238E27FC236}">
                <a16:creationId xmlns:a16="http://schemas.microsoft.com/office/drawing/2014/main" id="{B90BEEFD-C9C3-A0D6-0782-DC93364FA426}"/>
              </a:ext>
            </a:extLst>
          </p:cNvPr>
          <p:cNvSpPr/>
          <p:nvPr/>
        </p:nvSpPr>
        <p:spPr>
          <a:xfrm>
            <a:off x="1690709" y="289329"/>
            <a:ext cx="434642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6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Click</a:t>
            </a:r>
            <a:r>
              <a:rPr lang="es-ES" sz="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 buscar</a:t>
            </a:r>
          </a:p>
        </p:txBody>
      </p:sp>
      <p:sp>
        <p:nvSpPr>
          <p:cNvPr id="1037" name="Rectángulo 1036">
            <a:extLst>
              <a:ext uri="{FF2B5EF4-FFF2-40B4-BE49-F238E27FC236}">
                <a16:creationId xmlns:a16="http://schemas.microsoft.com/office/drawing/2014/main" id="{1371B09A-121C-113A-C1DF-B22FC7A0F84B}"/>
              </a:ext>
            </a:extLst>
          </p:cNvPr>
          <p:cNvSpPr/>
          <p:nvPr/>
        </p:nvSpPr>
        <p:spPr>
          <a:xfrm>
            <a:off x="2204676" y="948126"/>
            <a:ext cx="583719" cy="26081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Cancelar</a:t>
            </a:r>
          </a:p>
        </p:txBody>
      </p:sp>
      <p:sp>
        <p:nvSpPr>
          <p:cNvPr id="1038" name="Rectángulo 1037">
            <a:extLst>
              <a:ext uri="{FF2B5EF4-FFF2-40B4-BE49-F238E27FC236}">
                <a16:creationId xmlns:a16="http://schemas.microsoft.com/office/drawing/2014/main" id="{99A1F1BE-867C-EFE2-526C-A96AE494191F}"/>
              </a:ext>
            </a:extLst>
          </p:cNvPr>
          <p:cNvSpPr/>
          <p:nvPr/>
        </p:nvSpPr>
        <p:spPr>
          <a:xfrm>
            <a:off x="2880258" y="950055"/>
            <a:ext cx="583719" cy="26081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600" dirty="0"/>
              <a:t>Buscar</a:t>
            </a:r>
          </a:p>
        </p:txBody>
      </p:sp>
      <p:sp>
        <p:nvSpPr>
          <p:cNvPr id="1039" name="Rectángulo: esquinas redondeadas 1038">
            <a:extLst>
              <a:ext uri="{FF2B5EF4-FFF2-40B4-BE49-F238E27FC236}">
                <a16:creationId xmlns:a16="http://schemas.microsoft.com/office/drawing/2014/main" id="{FD281576-7C05-5221-E070-8A1F1595BDEA}"/>
              </a:ext>
            </a:extLst>
          </p:cNvPr>
          <p:cNvSpPr/>
          <p:nvPr/>
        </p:nvSpPr>
        <p:spPr>
          <a:xfrm>
            <a:off x="2162474" y="1369273"/>
            <a:ext cx="1324800" cy="148299"/>
          </a:xfrm>
          <a:prstGeom prst="roundRect">
            <a:avLst>
              <a:gd name="adj" fmla="val 48990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040" name="Picture 8" descr="Search Icon Vectores, Iconos, Gráficos y Fondos para Descargar Gratis">
            <a:extLst>
              <a:ext uri="{FF2B5EF4-FFF2-40B4-BE49-F238E27FC236}">
                <a16:creationId xmlns:a16="http://schemas.microsoft.com/office/drawing/2014/main" id="{21BB6BFB-D592-242B-36BF-E679EF5376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1556" y="1369273"/>
            <a:ext cx="137548" cy="137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1" name="Rectángulo 1040">
            <a:extLst>
              <a:ext uri="{FF2B5EF4-FFF2-40B4-BE49-F238E27FC236}">
                <a16:creationId xmlns:a16="http://schemas.microsoft.com/office/drawing/2014/main" id="{1A355007-FB95-D0A7-B5F8-16D29C3834C1}"/>
              </a:ext>
            </a:extLst>
          </p:cNvPr>
          <p:cNvSpPr/>
          <p:nvPr/>
        </p:nvSpPr>
        <p:spPr>
          <a:xfrm>
            <a:off x="2125351" y="1167659"/>
            <a:ext cx="1122664" cy="21544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Título del ejercicio</a:t>
            </a:r>
            <a:endParaRPr lang="es-ES" sz="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042" name="Conector: curvado 1041">
            <a:extLst>
              <a:ext uri="{FF2B5EF4-FFF2-40B4-BE49-F238E27FC236}">
                <a16:creationId xmlns:a16="http://schemas.microsoft.com/office/drawing/2014/main" id="{EE4973B3-8859-EC00-FF08-5B2C67087DE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280880" y="939495"/>
            <a:ext cx="348682" cy="432000"/>
          </a:xfrm>
          <a:prstGeom prst="curvedConnector3">
            <a:avLst>
              <a:gd name="adj1" fmla="val 21182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5" name="Rectángulo: esquina doblada 1044">
            <a:extLst>
              <a:ext uri="{FF2B5EF4-FFF2-40B4-BE49-F238E27FC236}">
                <a16:creationId xmlns:a16="http://schemas.microsoft.com/office/drawing/2014/main" id="{6FF27CE6-ACE6-2FE5-0F99-4EEB1C878A55}"/>
              </a:ext>
            </a:extLst>
          </p:cNvPr>
          <p:cNvSpPr/>
          <p:nvPr/>
        </p:nvSpPr>
        <p:spPr>
          <a:xfrm>
            <a:off x="3592964" y="368875"/>
            <a:ext cx="1122406" cy="565614"/>
          </a:xfrm>
          <a:prstGeom prst="foldedCorner">
            <a:avLst>
              <a:gd name="adj" fmla="val 13681"/>
            </a:avLst>
          </a:prstGeom>
          <a:solidFill>
            <a:srgbClr val="FFE55D"/>
          </a:solidFill>
          <a:ln>
            <a:solidFill>
              <a:srgbClr val="7461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800" dirty="0">
                <a:solidFill>
                  <a:schemeClr val="tx1"/>
                </a:solidFill>
              </a:rPr>
              <a:t>Si el texto está vacío, trae todo</a:t>
            </a:r>
          </a:p>
        </p:txBody>
      </p:sp>
      <p:sp>
        <p:nvSpPr>
          <p:cNvPr id="1046" name="Rectángulo: esquinas redondeadas 1045">
            <a:extLst>
              <a:ext uri="{FF2B5EF4-FFF2-40B4-BE49-F238E27FC236}">
                <a16:creationId xmlns:a16="http://schemas.microsoft.com/office/drawing/2014/main" id="{9529058E-3EC3-C7B7-BC79-06A3E6AD97B7}"/>
              </a:ext>
            </a:extLst>
          </p:cNvPr>
          <p:cNvSpPr/>
          <p:nvPr/>
        </p:nvSpPr>
        <p:spPr>
          <a:xfrm>
            <a:off x="2178168" y="1733093"/>
            <a:ext cx="458867" cy="172734"/>
          </a:xfrm>
          <a:prstGeom prst="roundRect">
            <a:avLst>
              <a:gd name="adj" fmla="val 4902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00" dirty="0">
                <a:solidFill>
                  <a:schemeClr val="tx1"/>
                </a:solidFill>
              </a:rPr>
              <a:t>Bíceps</a:t>
            </a:r>
          </a:p>
        </p:txBody>
      </p:sp>
      <p:sp>
        <p:nvSpPr>
          <p:cNvPr id="1047" name="Rectángulo 1046">
            <a:extLst>
              <a:ext uri="{FF2B5EF4-FFF2-40B4-BE49-F238E27FC236}">
                <a16:creationId xmlns:a16="http://schemas.microsoft.com/office/drawing/2014/main" id="{DC85DE85-DCC8-2E30-4B7B-EF61DB7EB9C5}"/>
              </a:ext>
            </a:extLst>
          </p:cNvPr>
          <p:cNvSpPr/>
          <p:nvPr/>
        </p:nvSpPr>
        <p:spPr>
          <a:xfrm>
            <a:off x="2125351" y="1516030"/>
            <a:ext cx="1122664" cy="21544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Grupo muscular</a:t>
            </a:r>
            <a:endParaRPr lang="es-ES" sz="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48" name="Rectángulo: esquinas redondeadas 1047">
            <a:extLst>
              <a:ext uri="{FF2B5EF4-FFF2-40B4-BE49-F238E27FC236}">
                <a16:creationId xmlns:a16="http://schemas.microsoft.com/office/drawing/2014/main" id="{E6F358F0-D15D-A9EC-127A-7F4EA2439352}"/>
              </a:ext>
            </a:extLst>
          </p:cNvPr>
          <p:cNvSpPr/>
          <p:nvPr/>
        </p:nvSpPr>
        <p:spPr>
          <a:xfrm>
            <a:off x="2178168" y="1941377"/>
            <a:ext cx="458867" cy="172734"/>
          </a:xfrm>
          <a:prstGeom prst="roundRect">
            <a:avLst>
              <a:gd name="adj" fmla="val 4902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00" dirty="0">
                <a:solidFill>
                  <a:schemeClr val="tx1"/>
                </a:solidFill>
              </a:rPr>
              <a:t>Bíceps</a:t>
            </a:r>
          </a:p>
        </p:txBody>
      </p:sp>
      <p:sp>
        <p:nvSpPr>
          <p:cNvPr id="1049" name="Rectángulo: esquinas redondeadas 1048">
            <a:extLst>
              <a:ext uri="{FF2B5EF4-FFF2-40B4-BE49-F238E27FC236}">
                <a16:creationId xmlns:a16="http://schemas.microsoft.com/office/drawing/2014/main" id="{D36A644A-E5CD-1879-145A-AB312A99B6D8}"/>
              </a:ext>
            </a:extLst>
          </p:cNvPr>
          <p:cNvSpPr/>
          <p:nvPr/>
        </p:nvSpPr>
        <p:spPr>
          <a:xfrm>
            <a:off x="2692905" y="1732299"/>
            <a:ext cx="458867" cy="172734"/>
          </a:xfrm>
          <a:prstGeom prst="roundRect">
            <a:avLst>
              <a:gd name="adj" fmla="val 4902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00" dirty="0">
                <a:solidFill>
                  <a:schemeClr val="tx1"/>
                </a:solidFill>
              </a:rPr>
              <a:t>Bíceps</a:t>
            </a:r>
          </a:p>
        </p:txBody>
      </p:sp>
      <p:sp>
        <p:nvSpPr>
          <p:cNvPr id="1050" name="Rectángulo: esquinas redondeadas 1049">
            <a:extLst>
              <a:ext uri="{FF2B5EF4-FFF2-40B4-BE49-F238E27FC236}">
                <a16:creationId xmlns:a16="http://schemas.microsoft.com/office/drawing/2014/main" id="{95DF7C52-E855-EFD3-933C-F9F9C72A8894}"/>
              </a:ext>
            </a:extLst>
          </p:cNvPr>
          <p:cNvSpPr/>
          <p:nvPr/>
        </p:nvSpPr>
        <p:spPr>
          <a:xfrm>
            <a:off x="2705084" y="1946352"/>
            <a:ext cx="458867" cy="172734"/>
          </a:xfrm>
          <a:prstGeom prst="roundRect">
            <a:avLst>
              <a:gd name="adj" fmla="val 49020"/>
            </a:avLst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00" dirty="0">
                <a:solidFill>
                  <a:schemeClr val="tx1"/>
                </a:solidFill>
              </a:rPr>
              <a:t>Bíceps</a:t>
            </a:r>
          </a:p>
        </p:txBody>
      </p:sp>
      <p:cxnSp>
        <p:nvCxnSpPr>
          <p:cNvPr id="1051" name="Conector: curvado 1050">
            <a:extLst>
              <a:ext uri="{FF2B5EF4-FFF2-40B4-BE49-F238E27FC236}">
                <a16:creationId xmlns:a16="http://schemas.microsoft.com/office/drawing/2014/main" id="{246D4416-8241-16F9-67BC-A4B2895406EF}"/>
              </a:ext>
            </a:extLst>
          </p:cNvPr>
          <p:cNvCxnSpPr>
            <a:cxnSpLocks/>
          </p:cNvCxnSpPr>
          <p:nvPr/>
        </p:nvCxnSpPr>
        <p:spPr>
          <a:xfrm flipV="1">
            <a:off x="3031496" y="1523421"/>
            <a:ext cx="666654" cy="137701"/>
          </a:xfrm>
          <a:prstGeom prst="curvedConnector3">
            <a:avLst>
              <a:gd name="adj1" fmla="val 69595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2" name="Rectángulo: esquina doblada 1051">
            <a:extLst>
              <a:ext uri="{FF2B5EF4-FFF2-40B4-BE49-F238E27FC236}">
                <a16:creationId xmlns:a16="http://schemas.microsoft.com/office/drawing/2014/main" id="{84682C6E-A947-DDF6-8C2F-67C621F372A6}"/>
              </a:ext>
            </a:extLst>
          </p:cNvPr>
          <p:cNvSpPr/>
          <p:nvPr/>
        </p:nvSpPr>
        <p:spPr>
          <a:xfrm>
            <a:off x="3774205" y="1129267"/>
            <a:ext cx="1439999" cy="1348457"/>
          </a:xfrm>
          <a:prstGeom prst="foldedCorner">
            <a:avLst>
              <a:gd name="adj" fmla="val 13681"/>
            </a:avLst>
          </a:prstGeom>
          <a:solidFill>
            <a:srgbClr val="FFE55D"/>
          </a:solidFill>
          <a:ln>
            <a:solidFill>
              <a:srgbClr val="7461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800" dirty="0">
                <a:solidFill>
                  <a:schemeClr val="tx1"/>
                </a:solidFill>
              </a:rPr>
              <a:t>Solo se puede seleccionar un grupo muscular. Se selecciona se pone </a:t>
            </a:r>
            <a:r>
              <a:rPr lang="es-MX" sz="800" dirty="0" err="1">
                <a:solidFill>
                  <a:schemeClr val="tx1"/>
                </a:solidFill>
              </a:rPr>
              <a:t>highlight</a:t>
            </a:r>
            <a:r>
              <a:rPr lang="es-MX" sz="800" dirty="0">
                <a:solidFill>
                  <a:schemeClr val="tx1"/>
                </a:solidFill>
              </a:rPr>
              <a:t> y seleccionar otro le quita el </a:t>
            </a:r>
            <a:r>
              <a:rPr lang="es-MX" sz="800" dirty="0" err="1">
                <a:solidFill>
                  <a:schemeClr val="tx1"/>
                </a:solidFill>
              </a:rPr>
              <a:t>highlight</a:t>
            </a:r>
            <a:r>
              <a:rPr lang="es-MX" sz="800" dirty="0">
                <a:solidFill>
                  <a:schemeClr val="tx1"/>
                </a:solidFill>
              </a:rPr>
              <a:t> al previo</a:t>
            </a:r>
          </a:p>
          <a:p>
            <a:r>
              <a:rPr lang="es-MX" sz="800" dirty="0">
                <a:solidFill>
                  <a:schemeClr val="tx1"/>
                </a:solidFill>
              </a:rPr>
              <a:t>Si le picas al mismo, lo deja de seleccionar. Sin botón seleccionado, no filtra por grupo muscular</a:t>
            </a:r>
          </a:p>
        </p:txBody>
      </p:sp>
      <p:sp>
        <p:nvSpPr>
          <p:cNvPr id="1056" name="Elipse 1055">
            <a:extLst>
              <a:ext uri="{FF2B5EF4-FFF2-40B4-BE49-F238E27FC236}">
                <a16:creationId xmlns:a16="http://schemas.microsoft.com/office/drawing/2014/main" id="{2F6ED685-7801-5F2C-7BE3-18300D2FF107}"/>
              </a:ext>
            </a:extLst>
          </p:cNvPr>
          <p:cNvSpPr/>
          <p:nvPr/>
        </p:nvSpPr>
        <p:spPr>
          <a:xfrm>
            <a:off x="833992" y="1976105"/>
            <a:ext cx="324000" cy="324000"/>
          </a:xfrm>
          <a:prstGeom prst="ellipse">
            <a:avLst/>
          </a:prstGeom>
          <a:solidFill>
            <a:srgbClr val="FDFD0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1120" name="Rectángulo 1119">
            <a:extLst>
              <a:ext uri="{FF2B5EF4-FFF2-40B4-BE49-F238E27FC236}">
                <a16:creationId xmlns:a16="http://schemas.microsoft.com/office/drawing/2014/main" id="{6D9180E2-F3BE-BE7D-33BA-5D5DBB99E497}"/>
              </a:ext>
            </a:extLst>
          </p:cNvPr>
          <p:cNvSpPr/>
          <p:nvPr/>
        </p:nvSpPr>
        <p:spPr>
          <a:xfrm>
            <a:off x="285877" y="3030226"/>
            <a:ext cx="1438200" cy="275037"/>
          </a:xfrm>
          <a:prstGeom prst="rect">
            <a:avLst/>
          </a:prstGeom>
          <a:solidFill>
            <a:srgbClr val="FDFD0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100" dirty="0">
                <a:solidFill>
                  <a:schemeClr val="tx1"/>
                </a:solidFill>
              </a:rPr>
              <a:t>Ejercicios</a:t>
            </a:r>
          </a:p>
        </p:txBody>
      </p:sp>
      <p:pic>
        <p:nvPicPr>
          <p:cNvPr id="1121" name="Picture 2">
            <a:extLst>
              <a:ext uri="{FF2B5EF4-FFF2-40B4-BE49-F238E27FC236}">
                <a16:creationId xmlns:a16="http://schemas.microsoft.com/office/drawing/2014/main" id="{EEF7A8DF-DB12-9D0D-5347-2DF373F794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677" y="3095744"/>
            <a:ext cx="144000" cy="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2" name="Rectángulo: esquinas redondeadas 1121">
            <a:extLst>
              <a:ext uri="{FF2B5EF4-FFF2-40B4-BE49-F238E27FC236}">
                <a16:creationId xmlns:a16="http://schemas.microsoft.com/office/drawing/2014/main" id="{A095842A-7FFA-CD87-4F6E-9B2194B4A446}"/>
              </a:ext>
            </a:extLst>
          </p:cNvPr>
          <p:cNvSpPr/>
          <p:nvPr/>
        </p:nvSpPr>
        <p:spPr>
          <a:xfrm>
            <a:off x="336277" y="3573350"/>
            <a:ext cx="1335600" cy="49792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123" name="Picture 4" descr="317,500+ Gym Workout Male Stock Photos, Pictures &amp; Royalty-Free Images -  iStock">
            <a:extLst>
              <a:ext uri="{FF2B5EF4-FFF2-40B4-BE49-F238E27FC236}">
                <a16:creationId xmlns:a16="http://schemas.microsoft.com/office/drawing/2014/main" id="{D4CA1F0B-EFBF-BF6A-A358-1B2F5FBEFA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27" b="26307"/>
          <a:stretch/>
        </p:blipFill>
        <p:spPr bwMode="auto">
          <a:xfrm>
            <a:off x="381651" y="3607829"/>
            <a:ext cx="428961" cy="428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4" name="Rectángulo 1123">
            <a:extLst>
              <a:ext uri="{FF2B5EF4-FFF2-40B4-BE49-F238E27FC236}">
                <a16:creationId xmlns:a16="http://schemas.microsoft.com/office/drawing/2014/main" id="{5AF6CA89-0088-1C5F-6B5A-3748345E4BCC}"/>
              </a:ext>
            </a:extLst>
          </p:cNvPr>
          <p:cNvSpPr/>
          <p:nvPr/>
        </p:nvSpPr>
        <p:spPr>
          <a:xfrm>
            <a:off x="810612" y="3573348"/>
            <a:ext cx="861265" cy="21544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Burpees</a:t>
            </a:r>
          </a:p>
        </p:txBody>
      </p:sp>
      <p:sp>
        <p:nvSpPr>
          <p:cNvPr id="1125" name="Rectángulo: esquinas redondeadas 1124">
            <a:extLst>
              <a:ext uri="{FF2B5EF4-FFF2-40B4-BE49-F238E27FC236}">
                <a16:creationId xmlns:a16="http://schemas.microsoft.com/office/drawing/2014/main" id="{898742FA-5CF0-E567-B4E4-34475370E9AF}"/>
              </a:ext>
            </a:extLst>
          </p:cNvPr>
          <p:cNvSpPr/>
          <p:nvPr/>
        </p:nvSpPr>
        <p:spPr>
          <a:xfrm>
            <a:off x="887077" y="3880497"/>
            <a:ext cx="331420" cy="111833"/>
          </a:xfrm>
          <a:prstGeom prst="roundRect">
            <a:avLst>
              <a:gd name="adj" fmla="val 4902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00" dirty="0">
                <a:solidFill>
                  <a:schemeClr val="tx1"/>
                </a:solidFill>
              </a:rPr>
              <a:t>Bíceps</a:t>
            </a:r>
          </a:p>
        </p:txBody>
      </p:sp>
      <p:sp>
        <p:nvSpPr>
          <p:cNvPr id="1126" name="Rectángulo: esquinas redondeadas 1125">
            <a:extLst>
              <a:ext uri="{FF2B5EF4-FFF2-40B4-BE49-F238E27FC236}">
                <a16:creationId xmlns:a16="http://schemas.microsoft.com/office/drawing/2014/main" id="{8B8F1B28-54EC-56BC-B4BA-346DE09EB866}"/>
              </a:ext>
            </a:extLst>
          </p:cNvPr>
          <p:cNvSpPr/>
          <p:nvPr/>
        </p:nvSpPr>
        <p:spPr>
          <a:xfrm>
            <a:off x="1241243" y="3880497"/>
            <a:ext cx="369433" cy="111833"/>
          </a:xfrm>
          <a:prstGeom prst="roundRect">
            <a:avLst>
              <a:gd name="adj" fmla="val 4902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00" dirty="0">
                <a:solidFill>
                  <a:schemeClr val="tx1"/>
                </a:solidFill>
              </a:rPr>
              <a:t>Tríceps</a:t>
            </a:r>
          </a:p>
        </p:txBody>
      </p:sp>
      <p:pic>
        <p:nvPicPr>
          <p:cNvPr id="1127" name="Picture 6" descr="8,751 3 Dot Icon Stock Vectors and Vector Art | Shutterstock">
            <a:extLst>
              <a:ext uri="{FF2B5EF4-FFF2-40B4-BE49-F238E27FC236}">
                <a16:creationId xmlns:a16="http://schemas.microsoft.com/office/drawing/2014/main" id="{8A65D88C-8431-6C80-6871-842112AF16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93" t="13957" r="34741" b="17222"/>
          <a:stretch/>
        </p:blipFill>
        <p:spPr bwMode="auto">
          <a:xfrm>
            <a:off x="1574677" y="3601604"/>
            <a:ext cx="36000" cy="86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8" name="Rectángulo: esquinas redondeadas 1127">
            <a:extLst>
              <a:ext uri="{FF2B5EF4-FFF2-40B4-BE49-F238E27FC236}">
                <a16:creationId xmlns:a16="http://schemas.microsoft.com/office/drawing/2014/main" id="{13DA1EA4-107C-025E-4929-6DE1280F48A4}"/>
              </a:ext>
            </a:extLst>
          </p:cNvPr>
          <p:cNvSpPr/>
          <p:nvPr/>
        </p:nvSpPr>
        <p:spPr>
          <a:xfrm>
            <a:off x="339877" y="3359426"/>
            <a:ext cx="1324800" cy="148299"/>
          </a:xfrm>
          <a:prstGeom prst="roundRect">
            <a:avLst>
              <a:gd name="adj" fmla="val 48990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129" name="Picture 8" descr="Search Icon Vectores, Iconos, Gráficos y Fondos para Descargar Gratis">
            <a:extLst>
              <a:ext uri="{FF2B5EF4-FFF2-40B4-BE49-F238E27FC236}">
                <a16:creationId xmlns:a16="http://schemas.microsoft.com/office/drawing/2014/main" id="{CBCDCD37-5E08-F81B-0569-9ECBA2145F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8959" y="3359426"/>
            <a:ext cx="137548" cy="137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30" name="Rectángulo: esquinas redondeadas 1129">
            <a:extLst>
              <a:ext uri="{FF2B5EF4-FFF2-40B4-BE49-F238E27FC236}">
                <a16:creationId xmlns:a16="http://schemas.microsoft.com/office/drawing/2014/main" id="{8B6F4A3D-E1F2-EB60-8062-F187D88DDA54}"/>
              </a:ext>
            </a:extLst>
          </p:cNvPr>
          <p:cNvSpPr/>
          <p:nvPr/>
        </p:nvSpPr>
        <p:spPr>
          <a:xfrm>
            <a:off x="335835" y="4159594"/>
            <a:ext cx="1335600" cy="49792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131" name="Picture 4" descr="317,500+ Gym Workout Male Stock Photos, Pictures &amp; Royalty-Free Images -  iStock">
            <a:extLst>
              <a:ext uri="{FF2B5EF4-FFF2-40B4-BE49-F238E27FC236}">
                <a16:creationId xmlns:a16="http://schemas.microsoft.com/office/drawing/2014/main" id="{441C2B93-FBC2-AB24-46C5-CC3AFCBBEA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27" b="26307"/>
          <a:stretch/>
        </p:blipFill>
        <p:spPr bwMode="auto">
          <a:xfrm>
            <a:off x="381209" y="4194073"/>
            <a:ext cx="428961" cy="428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32" name="Rectángulo 1131">
            <a:extLst>
              <a:ext uri="{FF2B5EF4-FFF2-40B4-BE49-F238E27FC236}">
                <a16:creationId xmlns:a16="http://schemas.microsoft.com/office/drawing/2014/main" id="{94A7ABF1-E06F-B23D-1ABF-DE708B407E00}"/>
              </a:ext>
            </a:extLst>
          </p:cNvPr>
          <p:cNvSpPr/>
          <p:nvPr/>
        </p:nvSpPr>
        <p:spPr>
          <a:xfrm>
            <a:off x="810170" y="4159592"/>
            <a:ext cx="861265" cy="21544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Burpees</a:t>
            </a:r>
          </a:p>
        </p:txBody>
      </p:sp>
      <p:sp>
        <p:nvSpPr>
          <p:cNvPr id="1133" name="Rectángulo: esquinas redondeadas 1132">
            <a:extLst>
              <a:ext uri="{FF2B5EF4-FFF2-40B4-BE49-F238E27FC236}">
                <a16:creationId xmlns:a16="http://schemas.microsoft.com/office/drawing/2014/main" id="{55ABF6CC-5836-92AE-1E86-A41905932524}"/>
              </a:ext>
            </a:extLst>
          </p:cNvPr>
          <p:cNvSpPr/>
          <p:nvPr/>
        </p:nvSpPr>
        <p:spPr>
          <a:xfrm>
            <a:off x="886635" y="4466741"/>
            <a:ext cx="331420" cy="111833"/>
          </a:xfrm>
          <a:prstGeom prst="roundRect">
            <a:avLst>
              <a:gd name="adj" fmla="val 4902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00" dirty="0">
                <a:solidFill>
                  <a:schemeClr val="tx1"/>
                </a:solidFill>
              </a:rPr>
              <a:t>Bíceps</a:t>
            </a:r>
          </a:p>
        </p:txBody>
      </p:sp>
      <p:sp>
        <p:nvSpPr>
          <p:cNvPr id="1134" name="Rectángulo: esquinas redondeadas 1133">
            <a:extLst>
              <a:ext uri="{FF2B5EF4-FFF2-40B4-BE49-F238E27FC236}">
                <a16:creationId xmlns:a16="http://schemas.microsoft.com/office/drawing/2014/main" id="{BAD3FEC9-3915-F917-1A2B-F2E6F51569A3}"/>
              </a:ext>
            </a:extLst>
          </p:cNvPr>
          <p:cNvSpPr/>
          <p:nvPr/>
        </p:nvSpPr>
        <p:spPr>
          <a:xfrm>
            <a:off x="1240801" y="4466741"/>
            <a:ext cx="369433" cy="111833"/>
          </a:xfrm>
          <a:prstGeom prst="roundRect">
            <a:avLst>
              <a:gd name="adj" fmla="val 4902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00" dirty="0">
                <a:solidFill>
                  <a:schemeClr val="tx1"/>
                </a:solidFill>
              </a:rPr>
              <a:t>Tríceps</a:t>
            </a:r>
          </a:p>
        </p:txBody>
      </p:sp>
      <p:pic>
        <p:nvPicPr>
          <p:cNvPr id="1135" name="Picture 6" descr="8,751 3 Dot Icon Stock Vectors and Vector Art | Shutterstock">
            <a:extLst>
              <a:ext uri="{FF2B5EF4-FFF2-40B4-BE49-F238E27FC236}">
                <a16:creationId xmlns:a16="http://schemas.microsoft.com/office/drawing/2014/main" id="{7C7B8635-E95A-CBB6-DCFA-5187CAF8FB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93" t="13957" r="34741" b="17222"/>
          <a:stretch/>
        </p:blipFill>
        <p:spPr bwMode="auto">
          <a:xfrm>
            <a:off x="1574235" y="4187848"/>
            <a:ext cx="36000" cy="86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36" name="Rectángulo: esquinas redondeadas 1135">
            <a:extLst>
              <a:ext uri="{FF2B5EF4-FFF2-40B4-BE49-F238E27FC236}">
                <a16:creationId xmlns:a16="http://schemas.microsoft.com/office/drawing/2014/main" id="{6A349E44-244B-1C66-20F2-9BEBE1F93AEA}"/>
              </a:ext>
            </a:extLst>
          </p:cNvPr>
          <p:cNvSpPr/>
          <p:nvPr/>
        </p:nvSpPr>
        <p:spPr>
          <a:xfrm>
            <a:off x="335835" y="4743599"/>
            <a:ext cx="1335600" cy="49792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137" name="Picture 4" descr="317,500+ Gym Workout Male Stock Photos, Pictures &amp; Royalty-Free Images -  iStock">
            <a:extLst>
              <a:ext uri="{FF2B5EF4-FFF2-40B4-BE49-F238E27FC236}">
                <a16:creationId xmlns:a16="http://schemas.microsoft.com/office/drawing/2014/main" id="{395D8ACE-EECA-A636-B7C3-7CA06ECF74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27" b="26307"/>
          <a:stretch/>
        </p:blipFill>
        <p:spPr bwMode="auto">
          <a:xfrm>
            <a:off x="381209" y="4778078"/>
            <a:ext cx="428961" cy="428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38" name="Rectángulo 1137">
            <a:extLst>
              <a:ext uri="{FF2B5EF4-FFF2-40B4-BE49-F238E27FC236}">
                <a16:creationId xmlns:a16="http://schemas.microsoft.com/office/drawing/2014/main" id="{FEAFD0C3-31B7-0902-FFEC-F58171C11761}"/>
              </a:ext>
            </a:extLst>
          </p:cNvPr>
          <p:cNvSpPr/>
          <p:nvPr/>
        </p:nvSpPr>
        <p:spPr>
          <a:xfrm>
            <a:off x="810170" y="4743597"/>
            <a:ext cx="861265" cy="21544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Burpees</a:t>
            </a:r>
          </a:p>
        </p:txBody>
      </p:sp>
      <p:sp>
        <p:nvSpPr>
          <p:cNvPr id="1139" name="Rectángulo: esquinas redondeadas 1138">
            <a:extLst>
              <a:ext uri="{FF2B5EF4-FFF2-40B4-BE49-F238E27FC236}">
                <a16:creationId xmlns:a16="http://schemas.microsoft.com/office/drawing/2014/main" id="{9CFD3CEE-B341-CFCF-86B8-30EE362A69CC}"/>
              </a:ext>
            </a:extLst>
          </p:cNvPr>
          <p:cNvSpPr/>
          <p:nvPr/>
        </p:nvSpPr>
        <p:spPr>
          <a:xfrm>
            <a:off x="886635" y="5050746"/>
            <a:ext cx="331420" cy="111833"/>
          </a:xfrm>
          <a:prstGeom prst="roundRect">
            <a:avLst>
              <a:gd name="adj" fmla="val 4902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00" dirty="0">
                <a:solidFill>
                  <a:schemeClr val="tx1"/>
                </a:solidFill>
              </a:rPr>
              <a:t>Bíceps</a:t>
            </a:r>
          </a:p>
        </p:txBody>
      </p:sp>
      <p:sp>
        <p:nvSpPr>
          <p:cNvPr id="1140" name="Rectángulo: esquinas redondeadas 1139">
            <a:extLst>
              <a:ext uri="{FF2B5EF4-FFF2-40B4-BE49-F238E27FC236}">
                <a16:creationId xmlns:a16="http://schemas.microsoft.com/office/drawing/2014/main" id="{061AD504-6B09-C233-437B-A6D6FA4D3A49}"/>
              </a:ext>
            </a:extLst>
          </p:cNvPr>
          <p:cNvSpPr/>
          <p:nvPr/>
        </p:nvSpPr>
        <p:spPr>
          <a:xfrm>
            <a:off x="1240801" y="5050746"/>
            <a:ext cx="369433" cy="111833"/>
          </a:xfrm>
          <a:prstGeom prst="roundRect">
            <a:avLst>
              <a:gd name="adj" fmla="val 4902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00" dirty="0">
                <a:solidFill>
                  <a:schemeClr val="tx1"/>
                </a:solidFill>
              </a:rPr>
              <a:t>Tríceps</a:t>
            </a:r>
          </a:p>
        </p:txBody>
      </p:sp>
      <p:pic>
        <p:nvPicPr>
          <p:cNvPr id="1141" name="Picture 6" descr="8,751 3 Dot Icon Stock Vectors and Vector Art | Shutterstock">
            <a:extLst>
              <a:ext uri="{FF2B5EF4-FFF2-40B4-BE49-F238E27FC236}">
                <a16:creationId xmlns:a16="http://schemas.microsoft.com/office/drawing/2014/main" id="{55DB69E9-602F-7C1D-763B-5D0EFDDFCE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93" t="13957" r="34741" b="17222"/>
          <a:stretch/>
        </p:blipFill>
        <p:spPr bwMode="auto">
          <a:xfrm>
            <a:off x="1574235" y="4771853"/>
            <a:ext cx="36000" cy="86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42" name="Rectángulo 1141">
            <a:extLst>
              <a:ext uri="{FF2B5EF4-FFF2-40B4-BE49-F238E27FC236}">
                <a16:creationId xmlns:a16="http://schemas.microsoft.com/office/drawing/2014/main" id="{88C55906-D6BB-BB33-875B-F9AEA013ED83}"/>
              </a:ext>
            </a:extLst>
          </p:cNvPr>
          <p:cNvSpPr/>
          <p:nvPr/>
        </p:nvSpPr>
        <p:spPr>
          <a:xfrm>
            <a:off x="284078" y="5043515"/>
            <a:ext cx="1440000" cy="147293"/>
          </a:xfrm>
          <a:prstGeom prst="rect">
            <a:avLst/>
          </a:prstGeom>
          <a:gradFill flip="none" rotWithShape="1">
            <a:gsLst>
              <a:gs pos="15000">
                <a:schemeClr val="accent1">
                  <a:lumMod val="5000"/>
                  <a:lumOff val="95000"/>
                </a:schemeClr>
              </a:gs>
              <a:gs pos="100000">
                <a:schemeClr val="bg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43" name="Rectángulo 1142">
            <a:extLst>
              <a:ext uri="{FF2B5EF4-FFF2-40B4-BE49-F238E27FC236}">
                <a16:creationId xmlns:a16="http://schemas.microsoft.com/office/drawing/2014/main" id="{1570FD2F-2CA0-F378-628D-194C17F0FD43}"/>
              </a:ext>
            </a:extLst>
          </p:cNvPr>
          <p:cNvSpPr/>
          <p:nvPr/>
        </p:nvSpPr>
        <p:spPr>
          <a:xfrm>
            <a:off x="285877" y="5199808"/>
            <a:ext cx="478800" cy="390418"/>
          </a:xfrm>
          <a:prstGeom prst="rect">
            <a:avLst/>
          </a:prstGeom>
          <a:solidFill>
            <a:srgbClr val="FDFD0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44" name="Rectángulo 1143">
            <a:extLst>
              <a:ext uri="{FF2B5EF4-FFF2-40B4-BE49-F238E27FC236}">
                <a16:creationId xmlns:a16="http://schemas.microsoft.com/office/drawing/2014/main" id="{30D981FB-F982-7823-3EC8-1885E1B0E00A}"/>
              </a:ext>
            </a:extLst>
          </p:cNvPr>
          <p:cNvSpPr/>
          <p:nvPr/>
        </p:nvSpPr>
        <p:spPr>
          <a:xfrm>
            <a:off x="1245277" y="5199808"/>
            <a:ext cx="478800" cy="390418"/>
          </a:xfrm>
          <a:prstGeom prst="rect">
            <a:avLst/>
          </a:prstGeom>
          <a:solidFill>
            <a:srgbClr val="FDFD0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45" name="Rectángulo 1144">
            <a:extLst>
              <a:ext uri="{FF2B5EF4-FFF2-40B4-BE49-F238E27FC236}">
                <a16:creationId xmlns:a16="http://schemas.microsoft.com/office/drawing/2014/main" id="{C6AB8B2A-D3FD-C4D8-EA8B-552EEFC7C6D4}"/>
              </a:ext>
            </a:extLst>
          </p:cNvPr>
          <p:cNvSpPr/>
          <p:nvPr/>
        </p:nvSpPr>
        <p:spPr>
          <a:xfrm>
            <a:off x="764677" y="5199808"/>
            <a:ext cx="478800" cy="390418"/>
          </a:xfrm>
          <a:prstGeom prst="rect">
            <a:avLst/>
          </a:prstGeom>
          <a:solidFill>
            <a:srgbClr val="FDFD0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146" name="Picture 4" descr="Dumbbell Vector Art, Icons, and Graphics for Free Download">
            <a:extLst>
              <a:ext uri="{FF2B5EF4-FFF2-40B4-BE49-F238E27FC236}">
                <a16:creationId xmlns:a16="http://schemas.microsoft.com/office/drawing/2014/main" id="{5D984B92-4CFD-4EB3-F7C4-ECA4111974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59" t="25028" r="24927" b="22880"/>
          <a:stretch/>
        </p:blipFill>
        <p:spPr bwMode="auto">
          <a:xfrm>
            <a:off x="347077" y="5285892"/>
            <a:ext cx="360000" cy="21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7" name="Picture 8" descr="Notebook Vector SVG Icon (243) - SVG Repo">
            <a:extLst>
              <a:ext uri="{FF2B5EF4-FFF2-40B4-BE49-F238E27FC236}">
                <a16:creationId xmlns:a16="http://schemas.microsoft.com/office/drawing/2014/main" id="{237E8526-91C8-76B2-68CE-741A96AC51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077" y="5278017"/>
            <a:ext cx="234000" cy="23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8" name="Picture 12" descr="Monthly calendar - Free icons">
            <a:extLst>
              <a:ext uri="{FF2B5EF4-FFF2-40B4-BE49-F238E27FC236}">
                <a16:creationId xmlns:a16="http://schemas.microsoft.com/office/drawing/2014/main" id="{E867C436-7524-41FA-2CD6-056DFF7BA6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8677" y="5269017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50" name="Elipse 1149">
            <a:extLst>
              <a:ext uri="{FF2B5EF4-FFF2-40B4-BE49-F238E27FC236}">
                <a16:creationId xmlns:a16="http://schemas.microsoft.com/office/drawing/2014/main" id="{A4200B42-FD69-565C-3E81-5E439757DDB3}"/>
              </a:ext>
            </a:extLst>
          </p:cNvPr>
          <p:cNvSpPr/>
          <p:nvPr/>
        </p:nvSpPr>
        <p:spPr>
          <a:xfrm>
            <a:off x="832193" y="4821397"/>
            <a:ext cx="324000" cy="324000"/>
          </a:xfrm>
          <a:prstGeom prst="ellipse">
            <a:avLst/>
          </a:prstGeom>
          <a:solidFill>
            <a:srgbClr val="FDFD0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+</a:t>
            </a:r>
          </a:p>
        </p:txBody>
      </p:sp>
      <p:cxnSp>
        <p:nvCxnSpPr>
          <p:cNvPr id="1151" name="Conector: curvado 1150">
            <a:extLst>
              <a:ext uri="{FF2B5EF4-FFF2-40B4-BE49-F238E27FC236}">
                <a16:creationId xmlns:a16="http://schemas.microsoft.com/office/drawing/2014/main" id="{6B2661A4-B162-FF98-32FF-60A68D80D640}"/>
              </a:ext>
            </a:extLst>
          </p:cNvPr>
          <p:cNvCxnSpPr>
            <a:cxnSpLocks/>
          </p:cNvCxnSpPr>
          <p:nvPr/>
        </p:nvCxnSpPr>
        <p:spPr>
          <a:xfrm rot="5400000">
            <a:off x="517427" y="2622429"/>
            <a:ext cx="664465" cy="54185"/>
          </a:xfrm>
          <a:prstGeom prst="curved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4" name="Rectángulo 1153">
            <a:extLst>
              <a:ext uri="{FF2B5EF4-FFF2-40B4-BE49-F238E27FC236}">
                <a16:creationId xmlns:a16="http://schemas.microsoft.com/office/drawing/2014/main" id="{5C60A6D1-111E-331A-0513-A84145C03BF5}"/>
              </a:ext>
            </a:extLst>
          </p:cNvPr>
          <p:cNvSpPr/>
          <p:nvPr/>
        </p:nvSpPr>
        <p:spPr>
          <a:xfrm>
            <a:off x="811969" y="2753227"/>
            <a:ext cx="434642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6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Click</a:t>
            </a:r>
            <a:r>
              <a:rPr lang="es-ES" sz="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 añadir</a:t>
            </a:r>
          </a:p>
        </p:txBody>
      </p:sp>
      <p:sp>
        <p:nvSpPr>
          <p:cNvPr id="1149" name="Rectángulo 1148">
            <a:extLst>
              <a:ext uri="{FF2B5EF4-FFF2-40B4-BE49-F238E27FC236}">
                <a16:creationId xmlns:a16="http://schemas.microsoft.com/office/drawing/2014/main" id="{BDD1961A-F8C3-6039-53AA-63836604CBBC}"/>
              </a:ext>
            </a:extLst>
          </p:cNvPr>
          <p:cNvSpPr>
            <a:spLocks noChangeAspect="1"/>
          </p:cNvSpPr>
          <p:nvPr/>
        </p:nvSpPr>
        <p:spPr>
          <a:xfrm>
            <a:off x="285877" y="3030226"/>
            <a:ext cx="1440000" cy="2560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55" name="Rectángulo: esquinas redondeadas 1154">
            <a:extLst>
              <a:ext uri="{FF2B5EF4-FFF2-40B4-BE49-F238E27FC236}">
                <a16:creationId xmlns:a16="http://schemas.microsoft.com/office/drawing/2014/main" id="{3BEEF730-B5F1-057E-88A9-EDCEBA149E53}"/>
              </a:ext>
            </a:extLst>
          </p:cNvPr>
          <p:cNvSpPr/>
          <p:nvPr/>
        </p:nvSpPr>
        <p:spPr>
          <a:xfrm>
            <a:off x="285876" y="3550475"/>
            <a:ext cx="1439999" cy="2036409"/>
          </a:xfrm>
          <a:prstGeom prst="roundRect">
            <a:avLst>
              <a:gd name="adj" fmla="val 1033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156" name="Rectángulo: esquinas redondeadas 1155">
            <a:extLst>
              <a:ext uri="{FF2B5EF4-FFF2-40B4-BE49-F238E27FC236}">
                <a16:creationId xmlns:a16="http://schemas.microsoft.com/office/drawing/2014/main" id="{A78712F1-F0F8-14A5-00E2-6675E18D205B}"/>
              </a:ext>
            </a:extLst>
          </p:cNvPr>
          <p:cNvSpPr/>
          <p:nvPr/>
        </p:nvSpPr>
        <p:spPr>
          <a:xfrm>
            <a:off x="2674453" y="878883"/>
            <a:ext cx="288000" cy="360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157" name="Conector: curvado 1156">
            <a:extLst>
              <a:ext uri="{FF2B5EF4-FFF2-40B4-BE49-F238E27FC236}">
                <a16:creationId xmlns:a16="http://schemas.microsoft.com/office/drawing/2014/main" id="{42FB4AF2-3838-5093-D155-FA191041AB7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616540" y="386593"/>
            <a:ext cx="806193" cy="157503"/>
          </a:xfrm>
          <a:prstGeom prst="curved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1" name="Rectángulo: esquina doblada 1160">
            <a:extLst>
              <a:ext uri="{FF2B5EF4-FFF2-40B4-BE49-F238E27FC236}">
                <a16:creationId xmlns:a16="http://schemas.microsoft.com/office/drawing/2014/main" id="{05C4C341-21E4-9E77-7255-C8B9127DA0AA}"/>
              </a:ext>
            </a:extLst>
          </p:cNvPr>
          <p:cNvSpPr/>
          <p:nvPr/>
        </p:nvSpPr>
        <p:spPr>
          <a:xfrm>
            <a:off x="2623736" y="-641271"/>
            <a:ext cx="1122406" cy="565614"/>
          </a:xfrm>
          <a:prstGeom prst="foldedCorner">
            <a:avLst>
              <a:gd name="adj" fmla="val 13681"/>
            </a:avLst>
          </a:prstGeom>
          <a:solidFill>
            <a:srgbClr val="FFE55D"/>
          </a:solidFill>
          <a:ln>
            <a:solidFill>
              <a:srgbClr val="7461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800" dirty="0">
                <a:solidFill>
                  <a:schemeClr val="tx1"/>
                </a:solidFill>
              </a:rPr>
              <a:t>Bajar el nuevo menú cierra esa pantalla</a:t>
            </a:r>
          </a:p>
        </p:txBody>
      </p:sp>
      <p:sp>
        <p:nvSpPr>
          <p:cNvPr id="1163" name="Rectángulo: esquinas redondeadas 1162">
            <a:extLst>
              <a:ext uri="{FF2B5EF4-FFF2-40B4-BE49-F238E27FC236}">
                <a16:creationId xmlns:a16="http://schemas.microsoft.com/office/drawing/2014/main" id="{9C3318AF-2A3C-F45F-91E0-5E88A54CF5B4}"/>
              </a:ext>
            </a:extLst>
          </p:cNvPr>
          <p:cNvSpPr/>
          <p:nvPr/>
        </p:nvSpPr>
        <p:spPr>
          <a:xfrm>
            <a:off x="860076" y="3586591"/>
            <a:ext cx="288000" cy="360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64" name="Rectángulo 1163">
            <a:extLst>
              <a:ext uri="{FF2B5EF4-FFF2-40B4-BE49-F238E27FC236}">
                <a16:creationId xmlns:a16="http://schemas.microsoft.com/office/drawing/2014/main" id="{6E8E57BC-D62E-21CD-CFAC-8109FB8257C1}"/>
              </a:ext>
            </a:extLst>
          </p:cNvPr>
          <p:cNvSpPr/>
          <p:nvPr/>
        </p:nvSpPr>
        <p:spPr>
          <a:xfrm>
            <a:off x="284090" y="3595655"/>
            <a:ext cx="1438199" cy="21544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Añadir ejercicio</a:t>
            </a:r>
            <a:endParaRPr lang="es-ES" sz="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C41C4FC-8876-3EBB-A993-2089976E4A1F}"/>
              </a:ext>
            </a:extLst>
          </p:cNvPr>
          <p:cNvSpPr/>
          <p:nvPr/>
        </p:nvSpPr>
        <p:spPr>
          <a:xfrm>
            <a:off x="287677" y="3776515"/>
            <a:ext cx="1438199" cy="18466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Nombre:</a:t>
            </a:r>
            <a:endParaRPr lang="es-ES" sz="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6838F62-F8D4-63BA-9CC6-5E059811246C}"/>
              </a:ext>
            </a:extLst>
          </p:cNvPr>
          <p:cNvSpPr/>
          <p:nvPr/>
        </p:nvSpPr>
        <p:spPr>
          <a:xfrm>
            <a:off x="383008" y="3934186"/>
            <a:ext cx="1255298" cy="10635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005FC1BB-DBE4-6242-3354-F6626A7A59C0}"/>
              </a:ext>
            </a:extLst>
          </p:cNvPr>
          <p:cNvSpPr/>
          <p:nvPr/>
        </p:nvSpPr>
        <p:spPr>
          <a:xfrm>
            <a:off x="287677" y="4033822"/>
            <a:ext cx="1438199" cy="18466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Imagen:</a:t>
            </a:r>
            <a:endParaRPr lang="es-ES" sz="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438E8FF0-9311-7871-44CC-F5E33C4FC3D3}"/>
              </a:ext>
            </a:extLst>
          </p:cNvPr>
          <p:cNvSpPr/>
          <p:nvPr/>
        </p:nvSpPr>
        <p:spPr>
          <a:xfrm>
            <a:off x="718174" y="4186290"/>
            <a:ext cx="504000" cy="504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dirty="0">
                <a:solidFill>
                  <a:schemeClr val="tx1"/>
                </a:solidFill>
              </a:rPr>
              <a:t>+</a:t>
            </a:r>
          </a:p>
        </p:txBody>
      </p:sp>
      <p:cxnSp>
        <p:nvCxnSpPr>
          <p:cNvPr id="1033" name="Conector: curvado 1032">
            <a:extLst>
              <a:ext uri="{FF2B5EF4-FFF2-40B4-BE49-F238E27FC236}">
                <a16:creationId xmlns:a16="http://schemas.microsoft.com/office/drawing/2014/main" id="{A650AA8C-610B-56E3-6C83-AC7B915F78E3}"/>
              </a:ext>
            </a:extLst>
          </p:cNvPr>
          <p:cNvCxnSpPr>
            <a:cxnSpLocks/>
          </p:cNvCxnSpPr>
          <p:nvPr/>
        </p:nvCxnSpPr>
        <p:spPr>
          <a:xfrm rot="10800000" flipV="1">
            <a:off x="-109728" y="4409514"/>
            <a:ext cx="791372" cy="169135"/>
          </a:xfrm>
          <a:prstGeom prst="curved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4" name="Rectángulo 1053">
            <a:extLst>
              <a:ext uri="{FF2B5EF4-FFF2-40B4-BE49-F238E27FC236}">
                <a16:creationId xmlns:a16="http://schemas.microsoft.com/office/drawing/2014/main" id="{DDE4036C-96CF-13D1-7A7C-447AF206A8BB}"/>
              </a:ext>
            </a:extLst>
          </p:cNvPr>
          <p:cNvSpPr/>
          <p:nvPr/>
        </p:nvSpPr>
        <p:spPr>
          <a:xfrm>
            <a:off x="287677" y="4698286"/>
            <a:ext cx="1438199" cy="18466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Grupo muscular:</a:t>
            </a:r>
            <a:endParaRPr lang="es-ES" sz="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57" name="Rectángulo 1056">
            <a:extLst>
              <a:ext uri="{FF2B5EF4-FFF2-40B4-BE49-F238E27FC236}">
                <a16:creationId xmlns:a16="http://schemas.microsoft.com/office/drawing/2014/main" id="{D803A238-D5C5-A9FF-EBAE-AA4CBF52F0B6}"/>
              </a:ext>
            </a:extLst>
          </p:cNvPr>
          <p:cNvSpPr/>
          <p:nvPr/>
        </p:nvSpPr>
        <p:spPr>
          <a:xfrm>
            <a:off x="403777" y="4847360"/>
            <a:ext cx="1322100" cy="18466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Añadir</a:t>
            </a:r>
            <a:endParaRPr lang="es-ES" sz="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58" name="Elipse 1057">
            <a:extLst>
              <a:ext uri="{FF2B5EF4-FFF2-40B4-BE49-F238E27FC236}">
                <a16:creationId xmlns:a16="http://schemas.microsoft.com/office/drawing/2014/main" id="{349B4544-4D0E-4EB8-F4AD-5276FCB6BF51}"/>
              </a:ext>
            </a:extLst>
          </p:cNvPr>
          <p:cNvSpPr/>
          <p:nvPr/>
        </p:nvSpPr>
        <p:spPr>
          <a:xfrm>
            <a:off x="356408" y="4884558"/>
            <a:ext cx="108000" cy="108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+</a:t>
            </a:r>
          </a:p>
        </p:txBody>
      </p:sp>
      <p:pic>
        <p:nvPicPr>
          <p:cNvPr id="1059" name="Picture 2" descr="Ilustración De Diseño De Icono De Vector De Disquete PNG ,dibujos Disco  Flexible, Disco Flash, Disquete PNG y Vector para Descargar Gratis | Pngtree">
            <a:extLst>
              <a:ext uri="{FF2B5EF4-FFF2-40B4-BE49-F238E27FC236}">
                <a16:creationId xmlns:a16="http://schemas.microsoft.com/office/drawing/2014/main" id="{4F2943EA-864A-B030-012E-21908DA438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9361" y="3610256"/>
            <a:ext cx="144000" cy="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Imagen 1065">
            <a:extLst>
              <a:ext uri="{FF2B5EF4-FFF2-40B4-BE49-F238E27FC236}">
                <a16:creationId xmlns:a16="http://schemas.microsoft.com/office/drawing/2014/main" id="{70FB36E3-A911-79F6-4C18-995CB50F7FF8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grayscl/>
          </a:blip>
          <a:stretch>
            <a:fillRect/>
          </a:stretch>
        </p:blipFill>
        <p:spPr>
          <a:xfrm>
            <a:off x="388340" y="3600474"/>
            <a:ext cx="132857" cy="144000"/>
          </a:xfrm>
          <a:prstGeom prst="rect">
            <a:avLst/>
          </a:prstGeom>
        </p:spPr>
      </p:pic>
      <p:sp>
        <p:nvSpPr>
          <p:cNvPr id="1067" name="Rectángulo: esquinas redondeadas 1066">
            <a:extLst>
              <a:ext uri="{FF2B5EF4-FFF2-40B4-BE49-F238E27FC236}">
                <a16:creationId xmlns:a16="http://schemas.microsoft.com/office/drawing/2014/main" id="{6826E033-CE09-4304-FCD0-E9F2CD781050}"/>
              </a:ext>
            </a:extLst>
          </p:cNvPr>
          <p:cNvSpPr/>
          <p:nvPr/>
        </p:nvSpPr>
        <p:spPr>
          <a:xfrm>
            <a:off x="-1623380" y="3666528"/>
            <a:ext cx="1439999" cy="2036409"/>
          </a:xfrm>
          <a:prstGeom prst="roundRect">
            <a:avLst>
              <a:gd name="adj" fmla="val 1033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068" name="Rectángulo: esquinas redondeadas 1067">
            <a:extLst>
              <a:ext uri="{FF2B5EF4-FFF2-40B4-BE49-F238E27FC236}">
                <a16:creationId xmlns:a16="http://schemas.microsoft.com/office/drawing/2014/main" id="{BC9EC747-18B8-3E29-1C99-110492179716}"/>
              </a:ext>
            </a:extLst>
          </p:cNvPr>
          <p:cNvSpPr/>
          <p:nvPr/>
        </p:nvSpPr>
        <p:spPr>
          <a:xfrm>
            <a:off x="-1049180" y="3702644"/>
            <a:ext cx="288000" cy="360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69" name="Rectángulo 1068">
            <a:extLst>
              <a:ext uri="{FF2B5EF4-FFF2-40B4-BE49-F238E27FC236}">
                <a16:creationId xmlns:a16="http://schemas.microsoft.com/office/drawing/2014/main" id="{EB76A209-17DD-162D-5083-A246D2F3826E}"/>
              </a:ext>
            </a:extLst>
          </p:cNvPr>
          <p:cNvSpPr/>
          <p:nvPr/>
        </p:nvSpPr>
        <p:spPr>
          <a:xfrm>
            <a:off x="-1625166" y="3711708"/>
            <a:ext cx="1438199" cy="21544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Añadir ejercicio</a:t>
            </a:r>
            <a:endParaRPr lang="es-ES" sz="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70" name="Rectángulo 1069">
            <a:extLst>
              <a:ext uri="{FF2B5EF4-FFF2-40B4-BE49-F238E27FC236}">
                <a16:creationId xmlns:a16="http://schemas.microsoft.com/office/drawing/2014/main" id="{2FE18C1C-DA5A-CC16-0F29-DFBF19BC69B2}"/>
              </a:ext>
            </a:extLst>
          </p:cNvPr>
          <p:cNvSpPr/>
          <p:nvPr/>
        </p:nvSpPr>
        <p:spPr>
          <a:xfrm>
            <a:off x="-1621579" y="3892568"/>
            <a:ext cx="1438199" cy="18466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Nombre:</a:t>
            </a:r>
            <a:endParaRPr lang="es-ES" sz="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71" name="Rectángulo 1070">
            <a:extLst>
              <a:ext uri="{FF2B5EF4-FFF2-40B4-BE49-F238E27FC236}">
                <a16:creationId xmlns:a16="http://schemas.microsoft.com/office/drawing/2014/main" id="{DE956117-0AE2-4CAB-FF42-86D4C739D0F1}"/>
              </a:ext>
            </a:extLst>
          </p:cNvPr>
          <p:cNvSpPr/>
          <p:nvPr/>
        </p:nvSpPr>
        <p:spPr>
          <a:xfrm>
            <a:off x="-1526248" y="4050239"/>
            <a:ext cx="1255298" cy="10635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600" dirty="0">
                <a:solidFill>
                  <a:schemeClr val="tx1"/>
                </a:solidFill>
              </a:rPr>
              <a:t>Peso muerto</a:t>
            </a:r>
          </a:p>
        </p:txBody>
      </p:sp>
      <p:sp>
        <p:nvSpPr>
          <p:cNvPr id="1072" name="Rectángulo 1071">
            <a:extLst>
              <a:ext uri="{FF2B5EF4-FFF2-40B4-BE49-F238E27FC236}">
                <a16:creationId xmlns:a16="http://schemas.microsoft.com/office/drawing/2014/main" id="{92EDC502-9584-C83B-4A02-81BA101B958A}"/>
              </a:ext>
            </a:extLst>
          </p:cNvPr>
          <p:cNvSpPr/>
          <p:nvPr/>
        </p:nvSpPr>
        <p:spPr>
          <a:xfrm>
            <a:off x="-1621579" y="4149875"/>
            <a:ext cx="1438199" cy="18466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Imagen:</a:t>
            </a:r>
            <a:endParaRPr lang="es-ES" sz="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73" name="Rectángulo 1072">
            <a:extLst>
              <a:ext uri="{FF2B5EF4-FFF2-40B4-BE49-F238E27FC236}">
                <a16:creationId xmlns:a16="http://schemas.microsoft.com/office/drawing/2014/main" id="{555B6E6C-11D9-A928-A9BD-5F3A3B0F5525}"/>
              </a:ext>
            </a:extLst>
          </p:cNvPr>
          <p:cNvSpPr/>
          <p:nvPr/>
        </p:nvSpPr>
        <p:spPr>
          <a:xfrm>
            <a:off x="-1191082" y="4302343"/>
            <a:ext cx="504000" cy="504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1074" name="Rectángulo 1073">
            <a:extLst>
              <a:ext uri="{FF2B5EF4-FFF2-40B4-BE49-F238E27FC236}">
                <a16:creationId xmlns:a16="http://schemas.microsoft.com/office/drawing/2014/main" id="{47D97F6C-1108-3E26-9D1A-D1ECCD709D68}"/>
              </a:ext>
            </a:extLst>
          </p:cNvPr>
          <p:cNvSpPr/>
          <p:nvPr/>
        </p:nvSpPr>
        <p:spPr>
          <a:xfrm>
            <a:off x="-1621579" y="4814339"/>
            <a:ext cx="1438199" cy="18466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Grupo muscular:</a:t>
            </a:r>
            <a:endParaRPr lang="es-ES" sz="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75" name="Rectángulo 1074">
            <a:extLst>
              <a:ext uri="{FF2B5EF4-FFF2-40B4-BE49-F238E27FC236}">
                <a16:creationId xmlns:a16="http://schemas.microsoft.com/office/drawing/2014/main" id="{594073A8-9EDC-7457-F4E5-3D3C54DA55E5}"/>
              </a:ext>
            </a:extLst>
          </p:cNvPr>
          <p:cNvSpPr/>
          <p:nvPr/>
        </p:nvSpPr>
        <p:spPr>
          <a:xfrm>
            <a:off x="-1505479" y="5501755"/>
            <a:ext cx="1322100" cy="18466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Añadir</a:t>
            </a:r>
            <a:endParaRPr lang="es-ES" sz="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076" name="Picture 2" descr="Ilustración De Diseño De Icono De Vector De Disquete PNG ,dibujos Disco  Flexible, Disco Flash, Disquete PNG y Vector para Descargar Gratis | Pngtree">
            <a:extLst>
              <a:ext uri="{FF2B5EF4-FFF2-40B4-BE49-F238E27FC236}">
                <a16:creationId xmlns:a16="http://schemas.microsoft.com/office/drawing/2014/main" id="{98A1B102-427B-5590-6891-12A4F17C0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19895" y="3726309"/>
            <a:ext cx="144000" cy="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7" name="Imagen 1076">
            <a:extLst>
              <a:ext uri="{FF2B5EF4-FFF2-40B4-BE49-F238E27FC236}">
                <a16:creationId xmlns:a16="http://schemas.microsoft.com/office/drawing/2014/main" id="{154591BE-69A5-0E73-EA2F-47BA507BE59F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1520916" y="3716527"/>
            <a:ext cx="132857" cy="144000"/>
          </a:xfrm>
          <a:prstGeom prst="rect">
            <a:avLst/>
          </a:prstGeom>
        </p:spPr>
      </p:pic>
      <p:pic>
        <p:nvPicPr>
          <p:cNvPr id="1053" name="Picture 4" descr="317,500+ Gym Workout Male Stock Photos, Pictures &amp; Royalty-Free Images -  iStock">
            <a:extLst>
              <a:ext uri="{FF2B5EF4-FFF2-40B4-BE49-F238E27FC236}">
                <a16:creationId xmlns:a16="http://schemas.microsoft.com/office/drawing/2014/main" id="{93390256-5E53-5BCE-2880-7A1068A068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27" b="26307"/>
          <a:stretch/>
        </p:blipFill>
        <p:spPr bwMode="auto">
          <a:xfrm>
            <a:off x="-1189600" y="4303809"/>
            <a:ext cx="504000" cy="50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8" name="Rectángulo 1077">
            <a:extLst>
              <a:ext uri="{FF2B5EF4-FFF2-40B4-BE49-F238E27FC236}">
                <a16:creationId xmlns:a16="http://schemas.microsoft.com/office/drawing/2014/main" id="{FD5E4104-F7EC-45B2-39BF-F9E8EDF1EF1B}"/>
              </a:ext>
            </a:extLst>
          </p:cNvPr>
          <p:cNvSpPr/>
          <p:nvPr/>
        </p:nvSpPr>
        <p:spPr>
          <a:xfrm>
            <a:off x="-106256" y="4354168"/>
            <a:ext cx="478800" cy="18466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Ejemplo</a:t>
            </a:r>
          </a:p>
        </p:txBody>
      </p:sp>
      <p:sp>
        <p:nvSpPr>
          <p:cNvPr id="1079" name="Elipse 1078">
            <a:extLst>
              <a:ext uri="{FF2B5EF4-FFF2-40B4-BE49-F238E27FC236}">
                <a16:creationId xmlns:a16="http://schemas.microsoft.com/office/drawing/2014/main" id="{44E4FE94-6F3B-A46F-1AE6-EEC1B1F9E992}"/>
              </a:ext>
            </a:extLst>
          </p:cNvPr>
          <p:cNvSpPr/>
          <p:nvPr/>
        </p:nvSpPr>
        <p:spPr>
          <a:xfrm>
            <a:off x="-1551260" y="5536163"/>
            <a:ext cx="108000" cy="108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+</a:t>
            </a:r>
          </a:p>
        </p:txBody>
      </p:sp>
      <p:pic>
        <p:nvPicPr>
          <p:cNvPr id="1080" name="Picture 14" descr="edit Vector Icons free download in SVG, PNG Format">
            <a:extLst>
              <a:ext uri="{FF2B5EF4-FFF2-40B4-BE49-F238E27FC236}">
                <a16:creationId xmlns:a16="http://schemas.microsoft.com/office/drawing/2014/main" id="{3561FA69-1061-A605-C368-4D1BF9E9DE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64237" y="4387976"/>
            <a:ext cx="144000" cy="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1" name="Imagen 1080">
            <a:extLst>
              <a:ext uri="{FF2B5EF4-FFF2-40B4-BE49-F238E27FC236}">
                <a16:creationId xmlns:a16="http://schemas.microsoft.com/office/drawing/2014/main" id="{F8785948-9C15-4756-BD41-4141B1652469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633522" y="4601293"/>
            <a:ext cx="99643" cy="108000"/>
          </a:xfrm>
          <a:prstGeom prst="rect">
            <a:avLst/>
          </a:prstGeom>
        </p:spPr>
      </p:pic>
      <p:sp>
        <p:nvSpPr>
          <p:cNvPr id="1082" name="Rectángulo: esquinas redondeadas 1081">
            <a:extLst>
              <a:ext uri="{FF2B5EF4-FFF2-40B4-BE49-F238E27FC236}">
                <a16:creationId xmlns:a16="http://schemas.microsoft.com/office/drawing/2014/main" id="{8EB1580E-2436-01E6-76E5-CF865BF3203D}"/>
              </a:ext>
            </a:extLst>
          </p:cNvPr>
          <p:cNvSpPr/>
          <p:nvPr/>
        </p:nvSpPr>
        <p:spPr>
          <a:xfrm>
            <a:off x="-1539806" y="4969634"/>
            <a:ext cx="458867" cy="172734"/>
          </a:xfrm>
          <a:prstGeom prst="roundRect">
            <a:avLst>
              <a:gd name="adj" fmla="val 4902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00" dirty="0">
                <a:solidFill>
                  <a:schemeClr val="tx1"/>
                </a:solidFill>
              </a:rPr>
              <a:t>Bíceps</a:t>
            </a:r>
          </a:p>
        </p:txBody>
      </p:sp>
      <p:sp>
        <p:nvSpPr>
          <p:cNvPr id="1083" name="Rectángulo: esquinas redondeadas 1082">
            <a:extLst>
              <a:ext uri="{FF2B5EF4-FFF2-40B4-BE49-F238E27FC236}">
                <a16:creationId xmlns:a16="http://schemas.microsoft.com/office/drawing/2014/main" id="{B4A5A064-5C9E-A8E1-42DF-4892741B3C02}"/>
              </a:ext>
            </a:extLst>
          </p:cNvPr>
          <p:cNvSpPr/>
          <p:nvPr/>
        </p:nvSpPr>
        <p:spPr>
          <a:xfrm>
            <a:off x="-1544527" y="5160669"/>
            <a:ext cx="458867" cy="172734"/>
          </a:xfrm>
          <a:prstGeom prst="roundRect">
            <a:avLst>
              <a:gd name="adj" fmla="val 4902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00" dirty="0">
                <a:solidFill>
                  <a:schemeClr val="tx1"/>
                </a:solidFill>
              </a:rPr>
              <a:t>Tríceps</a:t>
            </a:r>
          </a:p>
        </p:txBody>
      </p:sp>
      <p:pic>
        <p:nvPicPr>
          <p:cNvPr id="1084" name="Picture 14" descr="edit Vector Icons free download in SVG, PNG Format">
            <a:extLst>
              <a:ext uri="{FF2B5EF4-FFF2-40B4-BE49-F238E27FC236}">
                <a16:creationId xmlns:a16="http://schemas.microsoft.com/office/drawing/2014/main" id="{1E16FB34-37DF-6059-F46B-AD18E12286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22610" y="4980833"/>
            <a:ext cx="144000" cy="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Imagen 1084">
            <a:extLst>
              <a:ext uri="{FF2B5EF4-FFF2-40B4-BE49-F238E27FC236}">
                <a16:creationId xmlns:a16="http://schemas.microsoft.com/office/drawing/2014/main" id="{CFB6BDC1-D08A-FBDD-2965-ECC3A80B81D3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445075" y="5006118"/>
            <a:ext cx="99643" cy="108000"/>
          </a:xfrm>
          <a:prstGeom prst="rect">
            <a:avLst/>
          </a:prstGeom>
        </p:spPr>
      </p:pic>
      <p:pic>
        <p:nvPicPr>
          <p:cNvPr id="1086" name="Picture 14" descr="edit Vector Icons free download in SVG, PNG Format">
            <a:extLst>
              <a:ext uri="{FF2B5EF4-FFF2-40B4-BE49-F238E27FC236}">
                <a16:creationId xmlns:a16="http://schemas.microsoft.com/office/drawing/2014/main" id="{E2881DF5-97DB-E93E-FA30-C42165E090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19605" y="5164141"/>
            <a:ext cx="144000" cy="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7" name="Imagen 1086">
            <a:extLst>
              <a:ext uri="{FF2B5EF4-FFF2-40B4-BE49-F238E27FC236}">
                <a16:creationId xmlns:a16="http://schemas.microsoft.com/office/drawing/2014/main" id="{6A1672A8-C680-957C-3EB1-C9C26D5911CF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442070" y="5189426"/>
            <a:ext cx="99643" cy="108000"/>
          </a:xfrm>
          <a:prstGeom prst="rect">
            <a:avLst/>
          </a:prstGeom>
        </p:spPr>
      </p:pic>
      <p:sp>
        <p:nvSpPr>
          <p:cNvPr id="1088" name="Rectángulo: esquinas redondeadas 1087">
            <a:extLst>
              <a:ext uri="{FF2B5EF4-FFF2-40B4-BE49-F238E27FC236}">
                <a16:creationId xmlns:a16="http://schemas.microsoft.com/office/drawing/2014/main" id="{39AB4170-0B9F-476D-6B0A-AD9B6D201C56}"/>
              </a:ext>
            </a:extLst>
          </p:cNvPr>
          <p:cNvSpPr/>
          <p:nvPr/>
        </p:nvSpPr>
        <p:spPr>
          <a:xfrm>
            <a:off x="-1541522" y="5356858"/>
            <a:ext cx="458867" cy="172734"/>
          </a:xfrm>
          <a:prstGeom prst="roundRect">
            <a:avLst>
              <a:gd name="adj" fmla="val 49020"/>
            </a:avLst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00" dirty="0">
                <a:solidFill>
                  <a:schemeClr val="tx1"/>
                </a:solidFill>
              </a:rPr>
              <a:t>Tríceps</a:t>
            </a:r>
          </a:p>
        </p:txBody>
      </p:sp>
      <p:pic>
        <p:nvPicPr>
          <p:cNvPr id="1089" name="Picture 14" descr="edit Vector Icons free download in SVG, PNG Format">
            <a:extLst>
              <a:ext uri="{FF2B5EF4-FFF2-40B4-BE49-F238E27FC236}">
                <a16:creationId xmlns:a16="http://schemas.microsoft.com/office/drawing/2014/main" id="{D7E531F1-4D94-FDAD-838B-D3B5FAD077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16600" y="5360330"/>
            <a:ext cx="144000" cy="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0" name="Imagen 1089">
            <a:extLst>
              <a:ext uri="{FF2B5EF4-FFF2-40B4-BE49-F238E27FC236}">
                <a16:creationId xmlns:a16="http://schemas.microsoft.com/office/drawing/2014/main" id="{921CD076-B1EE-94B7-58C0-8F7A7990A40B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439065" y="5385615"/>
            <a:ext cx="99643" cy="108000"/>
          </a:xfrm>
          <a:prstGeom prst="rect">
            <a:avLst/>
          </a:prstGeom>
        </p:spPr>
      </p:pic>
      <p:cxnSp>
        <p:nvCxnSpPr>
          <p:cNvPr id="1091" name="Conector: curvado 1090">
            <a:extLst>
              <a:ext uri="{FF2B5EF4-FFF2-40B4-BE49-F238E27FC236}">
                <a16:creationId xmlns:a16="http://schemas.microsoft.com/office/drawing/2014/main" id="{806F81C2-3092-A5B8-9A75-8BC91C87FFAE}"/>
              </a:ext>
            </a:extLst>
          </p:cNvPr>
          <p:cNvCxnSpPr>
            <a:cxnSpLocks/>
          </p:cNvCxnSpPr>
          <p:nvPr/>
        </p:nvCxnSpPr>
        <p:spPr>
          <a:xfrm rot="10800000" flipV="1">
            <a:off x="-1746577" y="5468490"/>
            <a:ext cx="180000" cy="72000"/>
          </a:xfrm>
          <a:prstGeom prst="curved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3" name="Rectángulo: esquina doblada 1092">
            <a:extLst>
              <a:ext uri="{FF2B5EF4-FFF2-40B4-BE49-F238E27FC236}">
                <a16:creationId xmlns:a16="http://schemas.microsoft.com/office/drawing/2014/main" id="{9779888C-D160-AE21-812F-303B87F7774D}"/>
              </a:ext>
            </a:extLst>
          </p:cNvPr>
          <p:cNvSpPr/>
          <p:nvPr/>
        </p:nvSpPr>
        <p:spPr>
          <a:xfrm>
            <a:off x="-3123289" y="4966008"/>
            <a:ext cx="1347077" cy="731587"/>
          </a:xfrm>
          <a:prstGeom prst="foldedCorner">
            <a:avLst>
              <a:gd name="adj" fmla="val 13681"/>
            </a:avLst>
          </a:prstGeom>
          <a:solidFill>
            <a:srgbClr val="FFE55D"/>
          </a:solidFill>
          <a:ln>
            <a:solidFill>
              <a:srgbClr val="7461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800" dirty="0">
                <a:solidFill>
                  <a:schemeClr val="tx1"/>
                </a:solidFill>
              </a:rPr>
              <a:t>Pensar en un buen </a:t>
            </a:r>
            <a:r>
              <a:rPr lang="es-MX" sz="800" dirty="0" err="1">
                <a:solidFill>
                  <a:schemeClr val="tx1"/>
                </a:solidFill>
              </a:rPr>
              <a:t>highlight</a:t>
            </a:r>
            <a:r>
              <a:rPr lang="es-MX" sz="800" dirty="0">
                <a:solidFill>
                  <a:schemeClr val="tx1"/>
                </a:solidFill>
              </a:rPr>
              <a:t> para los grupos musculares cuando estén seleccionados (pero iguales para todos)</a:t>
            </a:r>
          </a:p>
        </p:txBody>
      </p:sp>
      <p:cxnSp>
        <p:nvCxnSpPr>
          <p:cNvPr id="1094" name="Conector: curvado 1093">
            <a:extLst>
              <a:ext uri="{FF2B5EF4-FFF2-40B4-BE49-F238E27FC236}">
                <a16:creationId xmlns:a16="http://schemas.microsoft.com/office/drawing/2014/main" id="{855CA1F2-C6D6-1136-EAE5-2DDC6D4DC9B3}"/>
              </a:ext>
            </a:extLst>
          </p:cNvPr>
          <p:cNvCxnSpPr>
            <a:cxnSpLocks/>
          </p:cNvCxnSpPr>
          <p:nvPr/>
        </p:nvCxnSpPr>
        <p:spPr>
          <a:xfrm rot="5400000">
            <a:off x="-569432" y="5654561"/>
            <a:ext cx="303392" cy="66049"/>
          </a:xfrm>
          <a:prstGeom prst="curved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6" name="Rectángulo: esquina doblada 1095">
            <a:extLst>
              <a:ext uri="{FF2B5EF4-FFF2-40B4-BE49-F238E27FC236}">
                <a16:creationId xmlns:a16="http://schemas.microsoft.com/office/drawing/2014/main" id="{54AAA9F7-3D44-D790-C937-2927629AE6BA}"/>
              </a:ext>
            </a:extLst>
          </p:cNvPr>
          <p:cNvSpPr/>
          <p:nvPr/>
        </p:nvSpPr>
        <p:spPr>
          <a:xfrm>
            <a:off x="-1723194" y="5865383"/>
            <a:ext cx="1521209" cy="692539"/>
          </a:xfrm>
          <a:prstGeom prst="foldedCorner">
            <a:avLst>
              <a:gd name="adj" fmla="val 13681"/>
            </a:avLst>
          </a:prstGeom>
          <a:solidFill>
            <a:srgbClr val="FFE55D"/>
          </a:solidFill>
          <a:ln>
            <a:solidFill>
              <a:srgbClr val="7461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800" dirty="0" err="1">
                <a:solidFill>
                  <a:schemeClr val="tx1"/>
                </a:solidFill>
              </a:rPr>
              <a:t>Popup</a:t>
            </a:r>
            <a:r>
              <a:rPr lang="es-MX" sz="800" dirty="0">
                <a:solidFill>
                  <a:schemeClr val="tx1"/>
                </a:solidFill>
              </a:rPr>
              <a:t> de advertencia y confirmación de eliminación. Obligatorio para grupos musculares, </a:t>
            </a:r>
            <a:r>
              <a:rPr lang="es-MX" sz="800" dirty="0" err="1">
                <a:solidFill>
                  <a:schemeClr val="tx1"/>
                </a:solidFill>
              </a:rPr>
              <a:t>maybe</a:t>
            </a:r>
            <a:r>
              <a:rPr lang="es-MX" sz="800" dirty="0">
                <a:solidFill>
                  <a:schemeClr val="tx1"/>
                </a:solidFill>
              </a:rPr>
              <a:t> para la foto también</a:t>
            </a:r>
          </a:p>
        </p:txBody>
      </p:sp>
    </p:spTree>
    <p:extLst>
      <p:ext uri="{BB962C8B-B14F-4D97-AF65-F5344CB8AC3E}">
        <p14:creationId xmlns:p14="http://schemas.microsoft.com/office/powerpoint/2010/main" val="17636281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213</Words>
  <Application>Microsoft Office PowerPoint</Application>
  <PresentationFormat>Panorámica</PresentationFormat>
  <Paragraphs>70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Joul Espinoza</dc:creator>
  <cp:lastModifiedBy>Joul Espinoza</cp:lastModifiedBy>
  <cp:revision>1</cp:revision>
  <dcterms:created xsi:type="dcterms:W3CDTF">2025-01-25T15:30:57Z</dcterms:created>
  <dcterms:modified xsi:type="dcterms:W3CDTF">2025-01-26T03:07:49Z</dcterms:modified>
</cp:coreProperties>
</file>